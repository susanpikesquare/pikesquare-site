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 id="257" r:id="rId3"/>
  </p:sldIdLst>
  <p:sldSz cx="6858000" cy="8915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94B0"/>
    <a:srgbClr val="E3C9C3"/>
    <a:srgbClr val="802517"/>
    <a:srgbClr val="C9C5D8"/>
    <a:srgbClr val="202971"/>
    <a:srgbClr val="594E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22"/>
    <p:restoredTop sz="94693"/>
  </p:normalViewPr>
  <p:slideViewPr>
    <p:cSldViewPr snapToGrid="0">
      <p:cViewPr varScale="1">
        <p:scale>
          <a:sx n="163" d="100"/>
          <a:sy n="163" d="100"/>
        </p:scale>
        <p:origin x="4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33781" y="1290597"/>
            <a:ext cx="6390450" cy="355784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3900"/>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en-US"/>
              <a:t>Click to edit Master title style</a:t>
            </a:r>
            <a:endParaRPr/>
          </a:p>
        </p:txBody>
      </p:sp>
      <p:sp>
        <p:nvSpPr>
          <p:cNvPr id="11" name="Google Shape;11;p2"/>
          <p:cNvSpPr txBox="1">
            <a:spLocks noGrp="1"/>
          </p:cNvSpPr>
          <p:nvPr>
            <p:ph type="subTitle" idx="1"/>
          </p:nvPr>
        </p:nvSpPr>
        <p:spPr>
          <a:xfrm>
            <a:off x="233775" y="4912483"/>
            <a:ext cx="6390450" cy="137384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sz="2100"/>
            </a:lvl2pPr>
            <a:lvl3pPr lvl="2" algn="ctr">
              <a:lnSpc>
                <a:spcPct val="100000"/>
              </a:lnSpc>
              <a:spcBef>
                <a:spcPts val="0"/>
              </a:spcBef>
              <a:spcAft>
                <a:spcPts val="0"/>
              </a:spcAft>
              <a:buSzPts val="2800"/>
              <a:buNone/>
              <a:defRPr sz="2100"/>
            </a:lvl3pPr>
            <a:lvl4pPr lvl="3" algn="ctr">
              <a:lnSpc>
                <a:spcPct val="100000"/>
              </a:lnSpc>
              <a:spcBef>
                <a:spcPts val="0"/>
              </a:spcBef>
              <a:spcAft>
                <a:spcPts val="0"/>
              </a:spcAft>
              <a:buSzPts val="2800"/>
              <a:buNone/>
              <a:defRPr sz="2100"/>
            </a:lvl4pPr>
            <a:lvl5pPr lvl="4" algn="ctr">
              <a:lnSpc>
                <a:spcPct val="100000"/>
              </a:lnSpc>
              <a:spcBef>
                <a:spcPts val="0"/>
              </a:spcBef>
              <a:spcAft>
                <a:spcPts val="0"/>
              </a:spcAft>
              <a:buSzPts val="2800"/>
              <a:buNone/>
              <a:defRPr sz="2100"/>
            </a:lvl5pPr>
            <a:lvl6pPr lvl="5" algn="ctr">
              <a:lnSpc>
                <a:spcPct val="100000"/>
              </a:lnSpc>
              <a:spcBef>
                <a:spcPts val="0"/>
              </a:spcBef>
              <a:spcAft>
                <a:spcPts val="0"/>
              </a:spcAft>
              <a:buSzPts val="2800"/>
              <a:buNone/>
              <a:defRPr sz="2100"/>
            </a:lvl6pPr>
            <a:lvl7pPr lvl="6" algn="ctr">
              <a:lnSpc>
                <a:spcPct val="100000"/>
              </a:lnSpc>
              <a:spcBef>
                <a:spcPts val="0"/>
              </a:spcBef>
              <a:spcAft>
                <a:spcPts val="0"/>
              </a:spcAft>
              <a:buSzPts val="2800"/>
              <a:buNone/>
              <a:defRPr sz="2100"/>
            </a:lvl7pPr>
            <a:lvl8pPr lvl="7" algn="ctr">
              <a:lnSpc>
                <a:spcPct val="100000"/>
              </a:lnSpc>
              <a:spcBef>
                <a:spcPts val="0"/>
              </a:spcBef>
              <a:spcAft>
                <a:spcPts val="0"/>
              </a:spcAft>
              <a:buSzPts val="2800"/>
              <a:buNone/>
              <a:defRPr sz="2100"/>
            </a:lvl8pPr>
            <a:lvl9pPr lvl="8" algn="ctr">
              <a:lnSpc>
                <a:spcPct val="100000"/>
              </a:lnSpc>
              <a:spcBef>
                <a:spcPts val="0"/>
              </a:spcBef>
              <a:spcAft>
                <a:spcPts val="0"/>
              </a:spcAft>
              <a:buSzPts val="2800"/>
              <a:buNone/>
              <a:defRPr sz="2100"/>
            </a:lvl9pPr>
          </a:lstStyle>
          <a:p>
            <a:r>
              <a:rPr lang="en-US"/>
              <a:t>Click to edit Master subtitle style</a:t>
            </a:r>
            <a:endParaRPr/>
          </a:p>
        </p:txBody>
      </p:sp>
    </p:spTree>
    <p:extLst>
      <p:ext uri="{BB962C8B-B14F-4D97-AF65-F5344CB8AC3E}">
        <p14:creationId xmlns:p14="http://schemas.microsoft.com/office/powerpoint/2010/main" val="2524496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33775" y="3728140"/>
            <a:ext cx="6390450" cy="145912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2700"/>
            </a:lvl1pPr>
            <a:lvl2pPr lvl="1" algn="ctr">
              <a:spcBef>
                <a:spcPts val="0"/>
              </a:spcBef>
              <a:spcAft>
                <a:spcPts val="0"/>
              </a:spcAft>
              <a:buSzPts val="3600"/>
              <a:buNone/>
              <a:defRPr sz="2700"/>
            </a:lvl2pPr>
            <a:lvl3pPr lvl="2" algn="ctr">
              <a:spcBef>
                <a:spcPts val="0"/>
              </a:spcBef>
              <a:spcAft>
                <a:spcPts val="0"/>
              </a:spcAft>
              <a:buSzPts val="3600"/>
              <a:buNone/>
              <a:defRPr sz="2700"/>
            </a:lvl3pPr>
            <a:lvl4pPr lvl="3" algn="ctr">
              <a:spcBef>
                <a:spcPts val="0"/>
              </a:spcBef>
              <a:spcAft>
                <a:spcPts val="0"/>
              </a:spcAft>
              <a:buSzPts val="3600"/>
              <a:buNone/>
              <a:defRPr sz="2700"/>
            </a:lvl4pPr>
            <a:lvl5pPr lvl="4" algn="ctr">
              <a:spcBef>
                <a:spcPts val="0"/>
              </a:spcBef>
              <a:spcAft>
                <a:spcPts val="0"/>
              </a:spcAft>
              <a:buSzPts val="3600"/>
              <a:buNone/>
              <a:defRPr sz="2700"/>
            </a:lvl5pPr>
            <a:lvl6pPr lvl="5" algn="ctr">
              <a:spcBef>
                <a:spcPts val="0"/>
              </a:spcBef>
              <a:spcAft>
                <a:spcPts val="0"/>
              </a:spcAft>
              <a:buSzPts val="3600"/>
              <a:buNone/>
              <a:defRPr sz="2700"/>
            </a:lvl6pPr>
            <a:lvl7pPr lvl="6" algn="ctr">
              <a:spcBef>
                <a:spcPts val="0"/>
              </a:spcBef>
              <a:spcAft>
                <a:spcPts val="0"/>
              </a:spcAft>
              <a:buSzPts val="3600"/>
              <a:buNone/>
              <a:defRPr sz="2700"/>
            </a:lvl7pPr>
            <a:lvl8pPr lvl="7" algn="ctr">
              <a:spcBef>
                <a:spcPts val="0"/>
              </a:spcBef>
              <a:spcAft>
                <a:spcPts val="0"/>
              </a:spcAft>
              <a:buSzPts val="3600"/>
              <a:buNone/>
              <a:defRPr sz="2700"/>
            </a:lvl8pPr>
            <a:lvl9pPr lvl="8" algn="ctr">
              <a:spcBef>
                <a:spcPts val="0"/>
              </a:spcBef>
              <a:spcAft>
                <a:spcPts val="0"/>
              </a:spcAft>
              <a:buSzPts val="3600"/>
              <a:buNone/>
              <a:defRPr sz="2700"/>
            </a:lvl9pPr>
          </a:lstStyle>
          <a:p>
            <a:r>
              <a:rPr lang="en-US"/>
              <a:t>Click to edit Master title style</a:t>
            </a:r>
            <a:endParaRPr/>
          </a:p>
        </p:txBody>
      </p:sp>
    </p:spTree>
    <p:extLst>
      <p:ext uri="{BB962C8B-B14F-4D97-AF65-F5344CB8AC3E}">
        <p14:creationId xmlns:p14="http://schemas.microsoft.com/office/powerpoint/2010/main" val="1014685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33775" y="771377"/>
            <a:ext cx="6390450" cy="99268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8" name="Google Shape;18;p4"/>
          <p:cNvSpPr txBox="1">
            <a:spLocks noGrp="1"/>
          </p:cNvSpPr>
          <p:nvPr>
            <p:ph type="body" idx="1"/>
          </p:nvPr>
        </p:nvSpPr>
        <p:spPr>
          <a:xfrm>
            <a:off x="233775" y="1997623"/>
            <a:ext cx="6390450" cy="5921760"/>
          </a:xfrm>
          <a:prstGeom prst="rect">
            <a:avLst/>
          </a:prstGeom>
        </p:spPr>
        <p:txBody>
          <a:bodyPr spcFirstLastPara="1" wrap="square" lIns="91425" tIns="91425" rIns="91425" bIns="91425" anchor="t" anchorCtr="0">
            <a:normAutofit/>
          </a:bodyPr>
          <a:lstStyle>
            <a:lvl1pPr marL="342900" lvl="0" indent="-257175">
              <a:spcBef>
                <a:spcPts val="0"/>
              </a:spcBef>
              <a:spcAft>
                <a:spcPts val="0"/>
              </a:spcAft>
              <a:buSzPts val="1800"/>
              <a:buChar char="●"/>
              <a:defRPr/>
            </a:lvl1pPr>
            <a:lvl2pPr marL="685800" lvl="1" indent="-238125">
              <a:spcBef>
                <a:spcPts val="0"/>
              </a:spcBef>
              <a:spcAft>
                <a:spcPts val="0"/>
              </a:spcAft>
              <a:buSzPts val="1400"/>
              <a:buChar char="○"/>
              <a:defRPr/>
            </a:lvl2pPr>
            <a:lvl3pPr marL="1028700" lvl="2" indent="-238125">
              <a:spcBef>
                <a:spcPts val="0"/>
              </a:spcBef>
              <a:spcAft>
                <a:spcPts val="0"/>
              </a:spcAft>
              <a:buSzPts val="1400"/>
              <a:buChar char="■"/>
              <a:defRPr/>
            </a:lvl3pPr>
            <a:lvl4pPr marL="1371600" lvl="3" indent="-238125">
              <a:spcBef>
                <a:spcPts val="0"/>
              </a:spcBef>
              <a:spcAft>
                <a:spcPts val="0"/>
              </a:spcAft>
              <a:buSzPts val="1400"/>
              <a:buChar char="●"/>
              <a:defRPr/>
            </a:lvl4pPr>
            <a:lvl5pPr marL="1714500" lvl="4" indent="-238125">
              <a:spcBef>
                <a:spcPts val="0"/>
              </a:spcBef>
              <a:spcAft>
                <a:spcPts val="0"/>
              </a:spcAft>
              <a:buSzPts val="1400"/>
              <a:buChar char="○"/>
              <a:defRPr/>
            </a:lvl5pPr>
            <a:lvl6pPr marL="2057400" lvl="5" indent="-238125">
              <a:spcBef>
                <a:spcPts val="0"/>
              </a:spcBef>
              <a:spcAft>
                <a:spcPts val="0"/>
              </a:spcAft>
              <a:buSzPts val="1400"/>
              <a:buChar char="■"/>
              <a:defRPr/>
            </a:lvl6pPr>
            <a:lvl7pPr marL="2400300" lvl="6" indent="-238125">
              <a:spcBef>
                <a:spcPts val="0"/>
              </a:spcBef>
              <a:spcAft>
                <a:spcPts val="0"/>
              </a:spcAft>
              <a:buSzPts val="1400"/>
              <a:buChar char="●"/>
              <a:defRPr/>
            </a:lvl7pPr>
            <a:lvl8pPr marL="2743200" lvl="7" indent="-238125">
              <a:spcBef>
                <a:spcPts val="0"/>
              </a:spcBef>
              <a:spcAft>
                <a:spcPts val="0"/>
              </a:spcAft>
              <a:buSzPts val="1400"/>
              <a:buChar char="○"/>
              <a:defRPr/>
            </a:lvl8pPr>
            <a:lvl9pPr marL="3086100" lvl="8" indent="-238125">
              <a:spcBef>
                <a:spcPts val="0"/>
              </a:spcBef>
              <a:spcAft>
                <a:spcPts val="0"/>
              </a:spcAft>
              <a:buSzPts val="1400"/>
              <a:buChar char="■"/>
              <a:defRPr/>
            </a:lvl9pPr>
          </a:lstStyle>
          <a:p>
            <a:pPr lvl="0"/>
            <a:r>
              <a:rPr lang="en-US"/>
              <a:t>Click to edit Master text styles</a:t>
            </a:r>
          </a:p>
        </p:txBody>
      </p:sp>
      <p:sp>
        <p:nvSpPr>
          <p:cNvPr id="19" name="Google Shape;19;p4"/>
          <p:cNvSpPr txBox="1">
            <a:spLocks noGrp="1"/>
          </p:cNvSpPr>
          <p:nvPr>
            <p:ph type="sldNum" idx="12"/>
          </p:nvPr>
        </p:nvSpPr>
        <p:spPr>
          <a:xfrm>
            <a:off x="6354344" y="8082909"/>
            <a:ext cx="411525" cy="68224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38AA70C-0B26-5144-80AE-D809BFF1692D}" type="slidenum">
              <a:rPr lang="en-US" smtClean="0"/>
              <a:t>‹#›</a:t>
            </a:fld>
            <a:endParaRPr lang="en-US"/>
          </a:p>
        </p:txBody>
      </p:sp>
    </p:spTree>
    <p:extLst>
      <p:ext uri="{BB962C8B-B14F-4D97-AF65-F5344CB8AC3E}">
        <p14:creationId xmlns:p14="http://schemas.microsoft.com/office/powerpoint/2010/main" val="3774050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33775" y="771377"/>
            <a:ext cx="6390450" cy="99268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2" name="Google Shape;22;p5"/>
          <p:cNvSpPr txBox="1">
            <a:spLocks noGrp="1"/>
          </p:cNvSpPr>
          <p:nvPr>
            <p:ph type="body" idx="1"/>
          </p:nvPr>
        </p:nvSpPr>
        <p:spPr>
          <a:xfrm>
            <a:off x="233775" y="1997623"/>
            <a:ext cx="2999925" cy="5921760"/>
          </a:xfrm>
          <a:prstGeom prst="rect">
            <a:avLst/>
          </a:prstGeom>
        </p:spPr>
        <p:txBody>
          <a:bodyPr spcFirstLastPara="1" wrap="square" lIns="91425" tIns="91425" rIns="91425" bIns="91425" anchor="t" anchorCtr="0">
            <a:normAutofit/>
          </a:bodyPr>
          <a:lstStyle>
            <a:lvl1pPr marL="342900" lvl="0" indent="-238125">
              <a:spcBef>
                <a:spcPts val="0"/>
              </a:spcBef>
              <a:spcAft>
                <a:spcPts val="0"/>
              </a:spcAft>
              <a:buSzPts val="1400"/>
              <a:buChar char="●"/>
              <a:defRPr sz="1050"/>
            </a:lvl1pPr>
            <a:lvl2pPr marL="685800" lvl="1" indent="-228600">
              <a:spcBef>
                <a:spcPts val="0"/>
              </a:spcBef>
              <a:spcAft>
                <a:spcPts val="0"/>
              </a:spcAft>
              <a:buSzPts val="1200"/>
              <a:buChar char="○"/>
              <a:defRPr sz="900"/>
            </a:lvl2pPr>
            <a:lvl3pPr marL="1028700" lvl="2" indent="-228600">
              <a:spcBef>
                <a:spcPts val="0"/>
              </a:spcBef>
              <a:spcAft>
                <a:spcPts val="0"/>
              </a:spcAft>
              <a:buSzPts val="1200"/>
              <a:buChar char="■"/>
              <a:defRPr sz="900"/>
            </a:lvl3pPr>
            <a:lvl4pPr marL="1371600" lvl="3" indent="-228600">
              <a:spcBef>
                <a:spcPts val="0"/>
              </a:spcBef>
              <a:spcAft>
                <a:spcPts val="0"/>
              </a:spcAft>
              <a:buSzPts val="1200"/>
              <a:buChar char="●"/>
              <a:defRPr sz="900"/>
            </a:lvl4pPr>
            <a:lvl5pPr marL="1714500" lvl="4" indent="-228600">
              <a:spcBef>
                <a:spcPts val="0"/>
              </a:spcBef>
              <a:spcAft>
                <a:spcPts val="0"/>
              </a:spcAft>
              <a:buSzPts val="1200"/>
              <a:buChar char="○"/>
              <a:defRPr sz="900"/>
            </a:lvl5pPr>
            <a:lvl6pPr marL="2057400" lvl="5" indent="-228600">
              <a:spcBef>
                <a:spcPts val="0"/>
              </a:spcBef>
              <a:spcAft>
                <a:spcPts val="0"/>
              </a:spcAft>
              <a:buSzPts val="1200"/>
              <a:buChar char="■"/>
              <a:defRPr sz="900"/>
            </a:lvl6pPr>
            <a:lvl7pPr marL="2400300" lvl="6" indent="-228600">
              <a:spcBef>
                <a:spcPts val="0"/>
              </a:spcBef>
              <a:spcAft>
                <a:spcPts val="0"/>
              </a:spcAft>
              <a:buSzPts val="1200"/>
              <a:buChar char="●"/>
              <a:defRPr sz="900"/>
            </a:lvl7pPr>
            <a:lvl8pPr marL="2743200" lvl="7" indent="-228600">
              <a:spcBef>
                <a:spcPts val="0"/>
              </a:spcBef>
              <a:spcAft>
                <a:spcPts val="0"/>
              </a:spcAft>
              <a:buSzPts val="1200"/>
              <a:buChar char="○"/>
              <a:defRPr sz="900"/>
            </a:lvl8pPr>
            <a:lvl9pPr marL="3086100" lvl="8" indent="-228600">
              <a:spcBef>
                <a:spcPts val="0"/>
              </a:spcBef>
              <a:spcAft>
                <a:spcPts val="0"/>
              </a:spcAft>
              <a:buSzPts val="1200"/>
              <a:buChar char="■"/>
              <a:defRPr sz="900"/>
            </a:lvl9pPr>
          </a:lstStyle>
          <a:p>
            <a:pPr lvl="0"/>
            <a:r>
              <a:rPr lang="en-US"/>
              <a:t>Click to edit Master text styles</a:t>
            </a:r>
          </a:p>
        </p:txBody>
      </p:sp>
      <p:sp>
        <p:nvSpPr>
          <p:cNvPr id="23" name="Google Shape;23;p5"/>
          <p:cNvSpPr txBox="1">
            <a:spLocks noGrp="1"/>
          </p:cNvSpPr>
          <p:nvPr>
            <p:ph type="body" idx="2"/>
          </p:nvPr>
        </p:nvSpPr>
        <p:spPr>
          <a:xfrm>
            <a:off x="3624300" y="1997623"/>
            <a:ext cx="2999925" cy="5921760"/>
          </a:xfrm>
          <a:prstGeom prst="rect">
            <a:avLst/>
          </a:prstGeom>
        </p:spPr>
        <p:txBody>
          <a:bodyPr spcFirstLastPara="1" wrap="square" lIns="91425" tIns="91425" rIns="91425" bIns="91425" anchor="t" anchorCtr="0">
            <a:normAutofit/>
          </a:bodyPr>
          <a:lstStyle>
            <a:lvl1pPr marL="342900" lvl="0" indent="-238125">
              <a:spcBef>
                <a:spcPts val="0"/>
              </a:spcBef>
              <a:spcAft>
                <a:spcPts val="0"/>
              </a:spcAft>
              <a:buSzPts val="1400"/>
              <a:buChar char="●"/>
              <a:defRPr sz="1050"/>
            </a:lvl1pPr>
            <a:lvl2pPr marL="685800" lvl="1" indent="-228600">
              <a:spcBef>
                <a:spcPts val="0"/>
              </a:spcBef>
              <a:spcAft>
                <a:spcPts val="0"/>
              </a:spcAft>
              <a:buSzPts val="1200"/>
              <a:buChar char="○"/>
              <a:defRPr sz="900"/>
            </a:lvl2pPr>
            <a:lvl3pPr marL="1028700" lvl="2" indent="-228600">
              <a:spcBef>
                <a:spcPts val="0"/>
              </a:spcBef>
              <a:spcAft>
                <a:spcPts val="0"/>
              </a:spcAft>
              <a:buSzPts val="1200"/>
              <a:buChar char="■"/>
              <a:defRPr sz="900"/>
            </a:lvl3pPr>
            <a:lvl4pPr marL="1371600" lvl="3" indent="-228600">
              <a:spcBef>
                <a:spcPts val="0"/>
              </a:spcBef>
              <a:spcAft>
                <a:spcPts val="0"/>
              </a:spcAft>
              <a:buSzPts val="1200"/>
              <a:buChar char="●"/>
              <a:defRPr sz="900"/>
            </a:lvl4pPr>
            <a:lvl5pPr marL="1714500" lvl="4" indent="-228600">
              <a:spcBef>
                <a:spcPts val="0"/>
              </a:spcBef>
              <a:spcAft>
                <a:spcPts val="0"/>
              </a:spcAft>
              <a:buSzPts val="1200"/>
              <a:buChar char="○"/>
              <a:defRPr sz="900"/>
            </a:lvl5pPr>
            <a:lvl6pPr marL="2057400" lvl="5" indent="-228600">
              <a:spcBef>
                <a:spcPts val="0"/>
              </a:spcBef>
              <a:spcAft>
                <a:spcPts val="0"/>
              </a:spcAft>
              <a:buSzPts val="1200"/>
              <a:buChar char="■"/>
              <a:defRPr sz="900"/>
            </a:lvl6pPr>
            <a:lvl7pPr marL="2400300" lvl="6" indent="-228600">
              <a:spcBef>
                <a:spcPts val="0"/>
              </a:spcBef>
              <a:spcAft>
                <a:spcPts val="0"/>
              </a:spcAft>
              <a:buSzPts val="1200"/>
              <a:buChar char="●"/>
              <a:defRPr sz="900"/>
            </a:lvl7pPr>
            <a:lvl8pPr marL="2743200" lvl="7" indent="-228600">
              <a:spcBef>
                <a:spcPts val="0"/>
              </a:spcBef>
              <a:spcAft>
                <a:spcPts val="0"/>
              </a:spcAft>
              <a:buSzPts val="1200"/>
              <a:buChar char="○"/>
              <a:defRPr sz="900"/>
            </a:lvl8pPr>
            <a:lvl9pPr marL="3086100" lvl="8" indent="-228600">
              <a:spcBef>
                <a:spcPts val="0"/>
              </a:spcBef>
              <a:spcAft>
                <a:spcPts val="0"/>
              </a:spcAft>
              <a:buSzPts val="1200"/>
              <a:buChar char="■"/>
              <a:defRPr sz="900"/>
            </a:lvl9pPr>
          </a:lstStyle>
          <a:p>
            <a:pPr lvl="0"/>
            <a:r>
              <a:rPr lang="en-US"/>
              <a:t>Click to edit Master text styles</a:t>
            </a:r>
          </a:p>
        </p:txBody>
      </p:sp>
      <p:sp>
        <p:nvSpPr>
          <p:cNvPr id="24" name="Google Shape;24;p5"/>
          <p:cNvSpPr txBox="1">
            <a:spLocks noGrp="1"/>
          </p:cNvSpPr>
          <p:nvPr>
            <p:ph type="sldNum" idx="12"/>
          </p:nvPr>
        </p:nvSpPr>
        <p:spPr>
          <a:xfrm>
            <a:off x="6354344" y="8082909"/>
            <a:ext cx="411525" cy="68224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38AA70C-0B26-5144-80AE-D809BFF1692D}" type="slidenum">
              <a:rPr lang="en-US" smtClean="0"/>
              <a:t>‹#›</a:t>
            </a:fld>
            <a:endParaRPr lang="en-US"/>
          </a:p>
        </p:txBody>
      </p:sp>
    </p:spTree>
    <p:extLst>
      <p:ext uri="{BB962C8B-B14F-4D97-AF65-F5344CB8AC3E}">
        <p14:creationId xmlns:p14="http://schemas.microsoft.com/office/powerpoint/2010/main" val="2841348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33775" y="771377"/>
            <a:ext cx="6390450" cy="99268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7" name="Google Shape;27;p6"/>
          <p:cNvSpPr txBox="1">
            <a:spLocks noGrp="1"/>
          </p:cNvSpPr>
          <p:nvPr>
            <p:ph type="sldNum" idx="12"/>
          </p:nvPr>
        </p:nvSpPr>
        <p:spPr>
          <a:xfrm>
            <a:off x="6354344" y="8082909"/>
            <a:ext cx="411525" cy="68224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38AA70C-0B26-5144-80AE-D809BFF1692D}" type="slidenum">
              <a:rPr lang="en-US" smtClean="0"/>
              <a:t>‹#›</a:t>
            </a:fld>
            <a:endParaRPr lang="en-US"/>
          </a:p>
        </p:txBody>
      </p:sp>
    </p:spTree>
    <p:extLst>
      <p:ext uri="{BB962C8B-B14F-4D97-AF65-F5344CB8AC3E}">
        <p14:creationId xmlns:p14="http://schemas.microsoft.com/office/powerpoint/2010/main" val="3611612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33775" y="963040"/>
            <a:ext cx="2106000" cy="130988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1800"/>
            </a:lvl1pPr>
            <a:lvl2pPr lvl="1">
              <a:spcBef>
                <a:spcPts val="0"/>
              </a:spcBef>
              <a:spcAft>
                <a:spcPts val="0"/>
              </a:spcAft>
              <a:buSzPts val="2400"/>
              <a:buNone/>
              <a:defRPr sz="1800"/>
            </a:lvl2pPr>
            <a:lvl3pPr lvl="2">
              <a:spcBef>
                <a:spcPts val="0"/>
              </a:spcBef>
              <a:spcAft>
                <a:spcPts val="0"/>
              </a:spcAft>
              <a:buSzPts val="2400"/>
              <a:buNone/>
              <a:defRPr sz="1800"/>
            </a:lvl3pPr>
            <a:lvl4pPr lvl="3">
              <a:spcBef>
                <a:spcPts val="0"/>
              </a:spcBef>
              <a:spcAft>
                <a:spcPts val="0"/>
              </a:spcAft>
              <a:buSzPts val="2400"/>
              <a:buNone/>
              <a:defRPr sz="1800"/>
            </a:lvl4pPr>
            <a:lvl5pPr lvl="4">
              <a:spcBef>
                <a:spcPts val="0"/>
              </a:spcBef>
              <a:spcAft>
                <a:spcPts val="0"/>
              </a:spcAft>
              <a:buSzPts val="2400"/>
              <a:buNone/>
              <a:defRPr sz="1800"/>
            </a:lvl5pPr>
            <a:lvl6pPr lvl="5">
              <a:spcBef>
                <a:spcPts val="0"/>
              </a:spcBef>
              <a:spcAft>
                <a:spcPts val="0"/>
              </a:spcAft>
              <a:buSzPts val="2400"/>
              <a:buNone/>
              <a:defRPr sz="1800"/>
            </a:lvl6pPr>
            <a:lvl7pPr lvl="6">
              <a:spcBef>
                <a:spcPts val="0"/>
              </a:spcBef>
              <a:spcAft>
                <a:spcPts val="0"/>
              </a:spcAft>
              <a:buSzPts val="2400"/>
              <a:buNone/>
              <a:defRPr sz="1800"/>
            </a:lvl7pPr>
            <a:lvl8pPr lvl="7">
              <a:spcBef>
                <a:spcPts val="0"/>
              </a:spcBef>
              <a:spcAft>
                <a:spcPts val="0"/>
              </a:spcAft>
              <a:buSzPts val="2400"/>
              <a:buNone/>
              <a:defRPr sz="1800"/>
            </a:lvl8pPr>
            <a:lvl9pPr lvl="8">
              <a:spcBef>
                <a:spcPts val="0"/>
              </a:spcBef>
              <a:spcAft>
                <a:spcPts val="0"/>
              </a:spcAft>
              <a:buSzPts val="2400"/>
              <a:buNone/>
              <a:defRPr sz="1800"/>
            </a:lvl9pPr>
          </a:lstStyle>
          <a:p>
            <a:r>
              <a:rPr lang="en-US"/>
              <a:t>Click to edit Master title style</a:t>
            </a:r>
            <a:endParaRPr/>
          </a:p>
        </p:txBody>
      </p:sp>
      <p:sp>
        <p:nvSpPr>
          <p:cNvPr id="30" name="Google Shape;30;p7"/>
          <p:cNvSpPr txBox="1">
            <a:spLocks noGrp="1"/>
          </p:cNvSpPr>
          <p:nvPr>
            <p:ph type="body" idx="1"/>
          </p:nvPr>
        </p:nvSpPr>
        <p:spPr>
          <a:xfrm>
            <a:off x="233775" y="2408640"/>
            <a:ext cx="2106000" cy="5510960"/>
          </a:xfrm>
          <a:prstGeom prst="rect">
            <a:avLst/>
          </a:prstGeom>
        </p:spPr>
        <p:txBody>
          <a:bodyPr spcFirstLastPara="1" wrap="square" lIns="91425" tIns="91425" rIns="91425" bIns="91425" anchor="t" anchorCtr="0">
            <a:normAutofit/>
          </a:bodyPr>
          <a:lstStyle>
            <a:lvl1pPr marL="342900" lvl="0" indent="-228600">
              <a:spcBef>
                <a:spcPts val="0"/>
              </a:spcBef>
              <a:spcAft>
                <a:spcPts val="0"/>
              </a:spcAft>
              <a:buSzPts val="1200"/>
              <a:buChar char="●"/>
              <a:defRPr sz="900"/>
            </a:lvl1pPr>
            <a:lvl2pPr marL="685800" lvl="1" indent="-228600">
              <a:spcBef>
                <a:spcPts val="0"/>
              </a:spcBef>
              <a:spcAft>
                <a:spcPts val="0"/>
              </a:spcAft>
              <a:buSzPts val="1200"/>
              <a:buChar char="○"/>
              <a:defRPr sz="900"/>
            </a:lvl2pPr>
            <a:lvl3pPr marL="1028700" lvl="2" indent="-228600">
              <a:spcBef>
                <a:spcPts val="0"/>
              </a:spcBef>
              <a:spcAft>
                <a:spcPts val="0"/>
              </a:spcAft>
              <a:buSzPts val="1200"/>
              <a:buChar char="■"/>
              <a:defRPr sz="900"/>
            </a:lvl3pPr>
            <a:lvl4pPr marL="1371600" lvl="3" indent="-228600">
              <a:spcBef>
                <a:spcPts val="0"/>
              </a:spcBef>
              <a:spcAft>
                <a:spcPts val="0"/>
              </a:spcAft>
              <a:buSzPts val="1200"/>
              <a:buChar char="●"/>
              <a:defRPr sz="900"/>
            </a:lvl4pPr>
            <a:lvl5pPr marL="1714500" lvl="4" indent="-228600">
              <a:spcBef>
                <a:spcPts val="0"/>
              </a:spcBef>
              <a:spcAft>
                <a:spcPts val="0"/>
              </a:spcAft>
              <a:buSzPts val="1200"/>
              <a:buChar char="○"/>
              <a:defRPr sz="900"/>
            </a:lvl5pPr>
            <a:lvl6pPr marL="2057400" lvl="5" indent="-228600">
              <a:spcBef>
                <a:spcPts val="0"/>
              </a:spcBef>
              <a:spcAft>
                <a:spcPts val="0"/>
              </a:spcAft>
              <a:buSzPts val="1200"/>
              <a:buChar char="■"/>
              <a:defRPr sz="900"/>
            </a:lvl6pPr>
            <a:lvl7pPr marL="2400300" lvl="6" indent="-228600">
              <a:spcBef>
                <a:spcPts val="0"/>
              </a:spcBef>
              <a:spcAft>
                <a:spcPts val="0"/>
              </a:spcAft>
              <a:buSzPts val="1200"/>
              <a:buChar char="●"/>
              <a:defRPr sz="900"/>
            </a:lvl7pPr>
            <a:lvl8pPr marL="2743200" lvl="7" indent="-228600">
              <a:spcBef>
                <a:spcPts val="0"/>
              </a:spcBef>
              <a:spcAft>
                <a:spcPts val="0"/>
              </a:spcAft>
              <a:buSzPts val="1200"/>
              <a:buChar char="○"/>
              <a:defRPr sz="900"/>
            </a:lvl8pPr>
            <a:lvl9pPr marL="3086100" lvl="8" indent="-228600">
              <a:spcBef>
                <a:spcPts val="0"/>
              </a:spcBef>
              <a:spcAft>
                <a:spcPts val="0"/>
              </a:spcAft>
              <a:buSzPts val="1200"/>
              <a:buChar char="■"/>
              <a:defRPr sz="900"/>
            </a:lvl9pPr>
          </a:lstStyle>
          <a:p>
            <a:pPr lvl="0"/>
            <a:r>
              <a:rPr lang="en-US"/>
              <a:t>Click to edit Master text styles</a:t>
            </a:r>
          </a:p>
        </p:txBody>
      </p:sp>
      <p:sp>
        <p:nvSpPr>
          <p:cNvPr id="31" name="Google Shape;31;p7"/>
          <p:cNvSpPr txBox="1">
            <a:spLocks noGrp="1"/>
          </p:cNvSpPr>
          <p:nvPr>
            <p:ph type="sldNum" idx="12"/>
          </p:nvPr>
        </p:nvSpPr>
        <p:spPr>
          <a:xfrm>
            <a:off x="6354344" y="8082909"/>
            <a:ext cx="411525" cy="68224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38AA70C-0B26-5144-80AE-D809BFF1692D}" type="slidenum">
              <a:rPr lang="en-US" smtClean="0"/>
              <a:t>‹#›</a:t>
            </a:fld>
            <a:endParaRPr lang="en-US"/>
          </a:p>
        </p:txBody>
      </p:sp>
    </p:spTree>
    <p:extLst>
      <p:ext uri="{BB962C8B-B14F-4D97-AF65-F5344CB8AC3E}">
        <p14:creationId xmlns:p14="http://schemas.microsoft.com/office/powerpoint/2010/main" val="3006563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367688" y="780260"/>
            <a:ext cx="4775850" cy="709072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3600"/>
            </a:lvl1pPr>
            <a:lvl2pPr lvl="1">
              <a:spcBef>
                <a:spcPts val="0"/>
              </a:spcBef>
              <a:spcAft>
                <a:spcPts val="0"/>
              </a:spcAft>
              <a:buSzPts val="4800"/>
              <a:buNone/>
              <a:defRPr sz="3600"/>
            </a:lvl2pPr>
            <a:lvl3pPr lvl="2">
              <a:spcBef>
                <a:spcPts val="0"/>
              </a:spcBef>
              <a:spcAft>
                <a:spcPts val="0"/>
              </a:spcAft>
              <a:buSzPts val="4800"/>
              <a:buNone/>
              <a:defRPr sz="3600"/>
            </a:lvl3pPr>
            <a:lvl4pPr lvl="3">
              <a:spcBef>
                <a:spcPts val="0"/>
              </a:spcBef>
              <a:spcAft>
                <a:spcPts val="0"/>
              </a:spcAft>
              <a:buSzPts val="4800"/>
              <a:buNone/>
              <a:defRPr sz="3600"/>
            </a:lvl4pPr>
            <a:lvl5pPr lvl="4">
              <a:spcBef>
                <a:spcPts val="0"/>
              </a:spcBef>
              <a:spcAft>
                <a:spcPts val="0"/>
              </a:spcAft>
              <a:buSzPts val="4800"/>
              <a:buNone/>
              <a:defRPr sz="3600"/>
            </a:lvl5pPr>
            <a:lvl6pPr lvl="5">
              <a:spcBef>
                <a:spcPts val="0"/>
              </a:spcBef>
              <a:spcAft>
                <a:spcPts val="0"/>
              </a:spcAft>
              <a:buSzPts val="4800"/>
              <a:buNone/>
              <a:defRPr sz="3600"/>
            </a:lvl6pPr>
            <a:lvl7pPr lvl="6">
              <a:spcBef>
                <a:spcPts val="0"/>
              </a:spcBef>
              <a:spcAft>
                <a:spcPts val="0"/>
              </a:spcAft>
              <a:buSzPts val="4800"/>
              <a:buNone/>
              <a:defRPr sz="3600"/>
            </a:lvl7pPr>
            <a:lvl8pPr lvl="7">
              <a:spcBef>
                <a:spcPts val="0"/>
              </a:spcBef>
              <a:spcAft>
                <a:spcPts val="0"/>
              </a:spcAft>
              <a:buSzPts val="4800"/>
              <a:buNone/>
              <a:defRPr sz="3600"/>
            </a:lvl8pPr>
            <a:lvl9pPr lvl="8">
              <a:spcBef>
                <a:spcPts val="0"/>
              </a:spcBef>
              <a:spcAft>
                <a:spcPts val="0"/>
              </a:spcAft>
              <a:buSzPts val="4800"/>
              <a:buNone/>
              <a:defRPr sz="3600"/>
            </a:lvl9pPr>
          </a:lstStyle>
          <a:p>
            <a:r>
              <a:rPr lang="en-US"/>
              <a:t>Click to edit Master title style</a:t>
            </a:r>
            <a:endParaRPr/>
          </a:p>
        </p:txBody>
      </p:sp>
      <p:sp>
        <p:nvSpPr>
          <p:cNvPr id="34" name="Google Shape;34;p8"/>
          <p:cNvSpPr txBox="1">
            <a:spLocks noGrp="1"/>
          </p:cNvSpPr>
          <p:nvPr>
            <p:ph type="sldNum" idx="12"/>
          </p:nvPr>
        </p:nvSpPr>
        <p:spPr>
          <a:xfrm>
            <a:off x="6354344" y="8082909"/>
            <a:ext cx="411525" cy="68224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38AA70C-0B26-5144-80AE-D809BFF1692D}" type="slidenum">
              <a:rPr lang="en-US" smtClean="0"/>
              <a:t>‹#›</a:t>
            </a:fld>
            <a:endParaRPr lang="en-US"/>
          </a:p>
        </p:txBody>
      </p:sp>
    </p:spTree>
    <p:extLst>
      <p:ext uri="{BB962C8B-B14F-4D97-AF65-F5344CB8AC3E}">
        <p14:creationId xmlns:p14="http://schemas.microsoft.com/office/powerpoint/2010/main" val="1791357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3429000" y="-217"/>
            <a:ext cx="3429000" cy="8915400"/>
          </a:xfrm>
          <a:prstGeom prst="rect">
            <a:avLst/>
          </a:prstGeom>
          <a:solidFill>
            <a:schemeClr val="lt2"/>
          </a:solidFill>
          <a:ln>
            <a:noFill/>
          </a:ln>
        </p:spPr>
        <p:txBody>
          <a:bodyPr spcFirstLastPara="1" wrap="square" lIns="68569" tIns="68569" rIns="68569" bIns="68569" anchor="ctr" anchorCtr="0">
            <a:noAutofit/>
          </a:bodyPr>
          <a:lstStyle/>
          <a:p>
            <a:pPr marL="0" lvl="0" indent="0" algn="l" rtl="0">
              <a:spcBef>
                <a:spcPts val="0"/>
              </a:spcBef>
              <a:spcAft>
                <a:spcPts val="0"/>
              </a:spcAft>
              <a:buNone/>
            </a:pPr>
            <a:endParaRPr sz="1350"/>
          </a:p>
        </p:txBody>
      </p:sp>
      <p:sp>
        <p:nvSpPr>
          <p:cNvPr id="37" name="Google Shape;37;p9"/>
          <p:cNvSpPr txBox="1">
            <a:spLocks noGrp="1"/>
          </p:cNvSpPr>
          <p:nvPr>
            <p:ph type="title"/>
          </p:nvPr>
        </p:nvSpPr>
        <p:spPr>
          <a:xfrm>
            <a:off x="199125" y="2137503"/>
            <a:ext cx="3033900" cy="256932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3150"/>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r>
              <a:rPr lang="en-US"/>
              <a:t>Click to edit Master title style</a:t>
            </a:r>
            <a:endParaRPr/>
          </a:p>
        </p:txBody>
      </p:sp>
      <p:sp>
        <p:nvSpPr>
          <p:cNvPr id="38" name="Google Shape;38;p9"/>
          <p:cNvSpPr txBox="1">
            <a:spLocks noGrp="1"/>
          </p:cNvSpPr>
          <p:nvPr>
            <p:ph type="subTitle" idx="1"/>
          </p:nvPr>
        </p:nvSpPr>
        <p:spPr>
          <a:xfrm>
            <a:off x="199125" y="4858663"/>
            <a:ext cx="3033900" cy="214084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1575"/>
            </a:lvl1pPr>
            <a:lvl2pPr lvl="1" algn="ctr">
              <a:lnSpc>
                <a:spcPct val="100000"/>
              </a:lnSpc>
              <a:spcBef>
                <a:spcPts val="0"/>
              </a:spcBef>
              <a:spcAft>
                <a:spcPts val="0"/>
              </a:spcAft>
              <a:buSzPts val="2100"/>
              <a:buNone/>
              <a:defRPr sz="1575"/>
            </a:lvl2pPr>
            <a:lvl3pPr lvl="2" algn="ctr">
              <a:lnSpc>
                <a:spcPct val="100000"/>
              </a:lnSpc>
              <a:spcBef>
                <a:spcPts val="0"/>
              </a:spcBef>
              <a:spcAft>
                <a:spcPts val="0"/>
              </a:spcAft>
              <a:buSzPts val="2100"/>
              <a:buNone/>
              <a:defRPr sz="1575"/>
            </a:lvl3pPr>
            <a:lvl4pPr lvl="3" algn="ctr">
              <a:lnSpc>
                <a:spcPct val="100000"/>
              </a:lnSpc>
              <a:spcBef>
                <a:spcPts val="0"/>
              </a:spcBef>
              <a:spcAft>
                <a:spcPts val="0"/>
              </a:spcAft>
              <a:buSzPts val="2100"/>
              <a:buNone/>
              <a:defRPr sz="1575"/>
            </a:lvl4pPr>
            <a:lvl5pPr lvl="4" algn="ctr">
              <a:lnSpc>
                <a:spcPct val="100000"/>
              </a:lnSpc>
              <a:spcBef>
                <a:spcPts val="0"/>
              </a:spcBef>
              <a:spcAft>
                <a:spcPts val="0"/>
              </a:spcAft>
              <a:buSzPts val="2100"/>
              <a:buNone/>
              <a:defRPr sz="1575"/>
            </a:lvl5pPr>
            <a:lvl6pPr lvl="5" algn="ctr">
              <a:lnSpc>
                <a:spcPct val="100000"/>
              </a:lnSpc>
              <a:spcBef>
                <a:spcPts val="0"/>
              </a:spcBef>
              <a:spcAft>
                <a:spcPts val="0"/>
              </a:spcAft>
              <a:buSzPts val="2100"/>
              <a:buNone/>
              <a:defRPr sz="1575"/>
            </a:lvl6pPr>
            <a:lvl7pPr lvl="6" algn="ctr">
              <a:lnSpc>
                <a:spcPct val="100000"/>
              </a:lnSpc>
              <a:spcBef>
                <a:spcPts val="0"/>
              </a:spcBef>
              <a:spcAft>
                <a:spcPts val="0"/>
              </a:spcAft>
              <a:buSzPts val="2100"/>
              <a:buNone/>
              <a:defRPr sz="1575"/>
            </a:lvl7pPr>
            <a:lvl8pPr lvl="7" algn="ctr">
              <a:lnSpc>
                <a:spcPct val="100000"/>
              </a:lnSpc>
              <a:spcBef>
                <a:spcPts val="0"/>
              </a:spcBef>
              <a:spcAft>
                <a:spcPts val="0"/>
              </a:spcAft>
              <a:buSzPts val="2100"/>
              <a:buNone/>
              <a:defRPr sz="1575"/>
            </a:lvl8pPr>
            <a:lvl9pPr lvl="8" algn="ctr">
              <a:lnSpc>
                <a:spcPct val="100000"/>
              </a:lnSpc>
              <a:spcBef>
                <a:spcPts val="0"/>
              </a:spcBef>
              <a:spcAft>
                <a:spcPts val="0"/>
              </a:spcAft>
              <a:buSzPts val="2100"/>
              <a:buNone/>
              <a:defRPr sz="1575"/>
            </a:lvl9pPr>
          </a:lstStyle>
          <a:p>
            <a:r>
              <a:rPr lang="en-US"/>
              <a:t>Click to edit Master subtitle style</a:t>
            </a:r>
            <a:endParaRPr/>
          </a:p>
        </p:txBody>
      </p:sp>
      <p:sp>
        <p:nvSpPr>
          <p:cNvPr id="39" name="Google Shape;39;p9"/>
          <p:cNvSpPr txBox="1">
            <a:spLocks noGrp="1"/>
          </p:cNvSpPr>
          <p:nvPr>
            <p:ph type="body" idx="2"/>
          </p:nvPr>
        </p:nvSpPr>
        <p:spPr>
          <a:xfrm>
            <a:off x="3704625" y="1255063"/>
            <a:ext cx="2877750" cy="6404840"/>
          </a:xfrm>
          <a:prstGeom prst="rect">
            <a:avLst/>
          </a:prstGeom>
        </p:spPr>
        <p:txBody>
          <a:bodyPr spcFirstLastPara="1" wrap="square" lIns="91425" tIns="91425" rIns="91425" bIns="91425" anchor="ctr" anchorCtr="0">
            <a:normAutofit/>
          </a:bodyPr>
          <a:lstStyle>
            <a:lvl1pPr marL="342900" lvl="0" indent="-257175">
              <a:spcBef>
                <a:spcPts val="0"/>
              </a:spcBef>
              <a:spcAft>
                <a:spcPts val="0"/>
              </a:spcAft>
              <a:buSzPts val="1800"/>
              <a:buChar char="●"/>
              <a:defRPr/>
            </a:lvl1pPr>
            <a:lvl2pPr marL="685800" lvl="1" indent="-238125">
              <a:spcBef>
                <a:spcPts val="0"/>
              </a:spcBef>
              <a:spcAft>
                <a:spcPts val="0"/>
              </a:spcAft>
              <a:buSzPts val="1400"/>
              <a:buChar char="○"/>
              <a:defRPr/>
            </a:lvl2pPr>
            <a:lvl3pPr marL="1028700" lvl="2" indent="-238125">
              <a:spcBef>
                <a:spcPts val="0"/>
              </a:spcBef>
              <a:spcAft>
                <a:spcPts val="0"/>
              </a:spcAft>
              <a:buSzPts val="1400"/>
              <a:buChar char="■"/>
              <a:defRPr/>
            </a:lvl3pPr>
            <a:lvl4pPr marL="1371600" lvl="3" indent="-238125">
              <a:spcBef>
                <a:spcPts val="0"/>
              </a:spcBef>
              <a:spcAft>
                <a:spcPts val="0"/>
              </a:spcAft>
              <a:buSzPts val="1400"/>
              <a:buChar char="●"/>
              <a:defRPr/>
            </a:lvl4pPr>
            <a:lvl5pPr marL="1714500" lvl="4" indent="-238125">
              <a:spcBef>
                <a:spcPts val="0"/>
              </a:spcBef>
              <a:spcAft>
                <a:spcPts val="0"/>
              </a:spcAft>
              <a:buSzPts val="1400"/>
              <a:buChar char="○"/>
              <a:defRPr/>
            </a:lvl5pPr>
            <a:lvl6pPr marL="2057400" lvl="5" indent="-238125">
              <a:spcBef>
                <a:spcPts val="0"/>
              </a:spcBef>
              <a:spcAft>
                <a:spcPts val="0"/>
              </a:spcAft>
              <a:buSzPts val="1400"/>
              <a:buChar char="■"/>
              <a:defRPr/>
            </a:lvl6pPr>
            <a:lvl7pPr marL="2400300" lvl="6" indent="-238125">
              <a:spcBef>
                <a:spcPts val="0"/>
              </a:spcBef>
              <a:spcAft>
                <a:spcPts val="0"/>
              </a:spcAft>
              <a:buSzPts val="1400"/>
              <a:buChar char="●"/>
              <a:defRPr/>
            </a:lvl7pPr>
            <a:lvl8pPr marL="2743200" lvl="7" indent="-238125">
              <a:spcBef>
                <a:spcPts val="0"/>
              </a:spcBef>
              <a:spcAft>
                <a:spcPts val="0"/>
              </a:spcAft>
              <a:buSzPts val="1400"/>
              <a:buChar char="○"/>
              <a:defRPr/>
            </a:lvl8pPr>
            <a:lvl9pPr marL="3086100" lvl="8" indent="-238125">
              <a:spcBef>
                <a:spcPts val="0"/>
              </a:spcBef>
              <a:spcAft>
                <a:spcPts val="0"/>
              </a:spcAft>
              <a:buSzPts val="1400"/>
              <a:buChar char="■"/>
              <a:defRPr/>
            </a:lvl9pPr>
          </a:lstStyle>
          <a:p>
            <a:pPr lvl="0"/>
            <a:r>
              <a:rPr lang="en-US"/>
              <a:t>Click to edit Master text styles</a:t>
            </a:r>
          </a:p>
        </p:txBody>
      </p:sp>
      <p:sp>
        <p:nvSpPr>
          <p:cNvPr id="40" name="Google Shape;40;p9"/>
          <p:cNvSpPr txBox="1">
            <a:spLocks noGrp="1"/>
          </p:cNvSpPr>
          <p:nvPr>
            <p:ph type="sldNum" idx="12"/>
          </p:nvPr>
        </p:nvSpPr>
        <p:spPr>
          <a:xfrm>
            <a:off x="6354344" y="8082909"/>
            <a:ext cx="411525" cy="68224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38AA70C-0B26-5144-80AE-D809BFF1692D}" type="slidenum">
              <a:rPr lang="en-US" smtClean="0"/>
              <a:t>‹#›</a:t>
            </a:fld>
            <a:endParaRPr lang="en-US"/>
          </a:p>
        </p:txBody>
      </p:sp>
    </p:spTree>
    <p:extLst>
      <p:ext uri="{BB962C8B-B14F-4D97-AF65-F5344CB8AC3E}">
        <p14:creationId xmlns:p14="http://schemas.microsoft.com/office/powerpoint/2010/main" val="2609828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33775" y="7332997"/>
            <a:ext cx="4499100" cy="1048840"/>
          </a:xfrm>
          <a:prstGeom prst="rect">
            <a:avLst/>
          </a:prstGeom>
        </p:spPr>
        <p:txBody>
          <a:bodyPr spcFirstLastPara="1" wrap="square" lIns="91425" tIns="91425" rIns="91425" bIns="91425" anchor="ctr" anchorCtr="0">
            <a:normAutofit/>
          </a:bodyPr>
          <a:lstStyle>
            <a:lvl1pPr marL="342900" lvl="0" indent="-171450">
              <a:lnSpc>
                <a:spcPct val="100000"/>
              </a:lnSpc>
              <a:spcBef>
                <a:spcPts val="0"/>
              </a:spcBef>
              <a:spcAft>
                <a:spcPts val="0"/>
              </a:spcAft>
              <a:buSzPts val="1800"/>
              <a:buNone/>
              <a:defRPr/>
            </a:lvl1pPr>
          </a:lstStyle>
          <a:p>
            <a:pPr lvl="0"/>
            <a:r>
              <a:rPr lang="en-US"/>
              <a:t>Click to edit Master text styles</a:t>
            </a:r>
          </a:p>
        </p:txBody>
      </p:sp>
      <p:sp>
        <p:nvSpPr>
          <p:cNvPr id="43" name="Google Shape;43;p10"/>
          <p:cNvSpPr txBox="1">
            <a:spLocks noGrp="1"/>
          </p:cNvSpPr>
          <p:nvPr>
            <p:ph type="sldNum" idx="12"/>
          </p:nvPr>
        </p:nvSpPr>
        <p:spPr>
          <a:xfrm>
            <a:off x="6354344" y="8082909"/>
            <a:ext cx="411525" cy="68224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38AA70C-0B26-5144-80AE-D809BFF1692D}" type="slidenum">
              <a:rPr lang="en-US" smtClean="0"/>
              <a:t>‹#›</a:t>
            </a:fld>
            <a:endParaRPr lang="en-US"/>
          </a:p>
        </p:txBody>
      </p:sp>
    </p:spTree>
    <p:extLst>
      <p:ext uri="{BB962C8B-B14F-4D97-AF65-F5344CB8AC3E}">
        <p14:creationId xmlns:p14="http://schemas.microsoft.com/office/powerpoint/2010/main" val="4226108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33775" y="1917283"/>
            <a:ext cx="6390450" cy="34034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9000"/>
            </a:lvl1pPr>
            <a:lvl2pPr lvl="1" algn="ctr">
              <a:spcBef>
                <a:spcPts val="0"/>
              </a:spcBef>
              <a:spcAft>
                <a:spcPts val="0"/>
              </a:spcAft>
              <a:buSzPts val="12000"/>
              <a:buNone/>
              <a:defRPr sz="9000"/>
            </a:lvl2pPr>
            <a:lvl3pPr lvl="2" algn="ctr">
              <a:spcBef>
                <a:spcPts val="0"/>
              </a:spcBef>
              <a:spcAft>
                <a:spcPts val="0"/>
              </a:spcAft>
              <a:buSzPts val="12000"/>
              <a:buNone/>
              <a:defRPr sz="9000"/>
            </a:lvl3pPr>
            <a:lvl4pPr lvl="3" algn="ctr">
              <a:spcBef>
                <a:spcPts val="0"/>
              </a:spcBef>
              <a:spcAft>
                <a:spcPts val="0"/>
              </a:spcAft>
              <a:buSzPts val="12000"/>
              <a:buNone/>
              <a:defRPr sz="9000"/>
            </a:lvl4pPr>
            <a:lvl5pPr lvl="4" algn="ctr">
              <a:spcBef>
                <a:spcPts val="0"/>
              </a:spcBef>
              <a:spcAft>
                <a:spcPts val="0"/>
              </a:spcAft>
              <a:buSzPts val="12000"/>
              <a:buNone/>
              <a:defRPr sz="9000"/>
            </a:lvl5pPr>
            <a:lvl6pPr lvl="5" algn="ctr">
              <a:spcBef>
                <a:spcPts val="0"/>
              </a:spcBef>
              <a:spcAft>
                <a:spcPts val="0"/>
              </a:spcAft>
              <a:buSzPts val="12000"/>
              <a:buNone/>
              <a:defRPr sz="9000"/>
            </a:lvl6pPr>
            <a:lvl7pPr lvl="6" algn="ctr">
              <a:spcBef>
                <a:spcPts val="0"/>
              </a:spcBef>
              <a:spcAft>
                <a:spcPts val="0"/>
              </a:spcAft>
              <a:buSzPts val="12000"/>
              <a:buNone/>
              <a:defRPr sz="9000"/>
            </a:lvl7pPr>
            <a:lvl8pPr lvl="7" algn="ctr">
              <a:spcBef>
                <a:spcPts val="0"/>
              </a:spcBef>
              <a:spcAft>
                <a:spcPts val="0"/>
              </a:spcAft>
              <a:buSzPts val="12000"/>
              <a:buNone/>
              <a:defRPr sz="9000"/>
            </a:lvl8pPr>
            <a:lvl9pPr lvl="8" algn="ctr">
              <a:spcBef>
                <a:spcPts val="0"/>
              </a:spcBef>
              <a:spcAft>
                <a:spcPts val="0"/>
              </a:spcAft>
              <a:buSzPts val="12000"/>
              <a:buNone/>
              <a:defRPr sz="9000"/>
            </a:lvl9pPr>
          </a:lstStyle>
          <a:p>
            <a:r>
              <a:t>xx%</a:t>
            </a:r>
          </a:p>
        </p:txBody>
      </p:sp>
      <p:sp>
        <p:nvSpPr>
          <p:cNvPr id="46" name="Google Shape;46;p11"/>
          <p:cNvSpPr txBox="1">
            <a:spLocks noGrp="1"/>
          </p:cNvSpPr>
          <p:nvPr>
            <p:ph type="body" idx="1"/>
          </p:nvPr>
        </p:nvSpPr>
        <p:spPr>
          <a:xfrm>
            <a:off x="233775" y="5463857"/>
            <a:ext cx="6390450" cy="2254720"/>
          </a:xfrm>
          <a:prstGeom prst="rect">
            <a:avLst/>
          </a:prstGeom>
        </p:spPr>
        <p:txBody>
          <a:bodyPr spcFirstLastPara="1" wrap="square" lIns="91425" tIns="91425" rIns="91425" bIns="91425" anchor="t" anchorCtr="0">
            <a:normAutofit/>
          </a:bodyPr>
          <a:lstStyle>
            <a:lvl1pPr marL="342900" lvl="0" indent="-257175" algn="ctr">
              <a:spcBef>
                <a:spcPts val="0"/>
              </a:spcBef>
              <a:spcAft>
                <a:spcPts val="0"/>
              </a:spcAft>
              <a:buSzPts val="1800"/>
              <a:buChar char="●"/>
              <a:defRPr/>
            </a:lvl1pPr>
            <a:lvl2pPr marL="685800" lvl="1" indent="-238125" algn="ctr">
              <a:spcBef>
                <a:spcPts val="0"/>
              </a:spcBef>
              <a:spcAft>
                <a:spcPts val="0"/>
              </a:spcAft>
              <a:buSzPts val="1400"/>
              <a:buChar char="○"/>
              <a:defRPr/>
            </a:lvl2pPr>
            <a:lvl3pPr marL="1028700" lvl="2" indent="-238125" algn="ctr">
              <a:spcBef>
                <a:spcPts val="0"/>
              </a:spcBef>
              <a:spcAft>
                <a:spcPts val="0"/>
              </a:spcAft>
              <a:buSzPts val="1400"/>
              <a:buChar char="■"/>
              <a:defRPr/>
            </a:lvl3pPr>
            <a:lvl4pPr marL="1371600" lvl="3" indent="-238125" algn="ctr">
              <a:spcBef>
                <a:spcPts val="0"/>
              </a:spcBef>
              <a:spcAft>
                <a:spcPts val="0"/>
              </a:spcAft>
              <a:buSzPts val="1400"/>
              <a:buChar char="●"/>
              <a:defRPr/>
            </a:lvl4pPr>
            <a:lvl5pPr marL="1714500" lvl="4" indent="-238125" algn="ctr">
              <a:spcBef>
                <a:spcPts val="0"/>
              </a:spcBef>
              <a:spcAft>
                <a:spcPts val="0"/>
              </a:spcAft>
              <a:buSzPts val="1400"/>
              <a:buChar char="○"/>
              <a:defRPr/>
            </a:lvl5pPr>
            <a:lvl6pPr marL="2057400" lvl="5" indent="-238125" algn="ctr">
              <a:spcBef>
                <a:spcPts val="0"/>
              </a:spcBef>
              <a:spcAft>
                <a:spcPts val="0"/>
              </a:spcAft>
              <a:buSzPts val="1400"/>
              <a:buChar char="■"/>
              <a:defRPr/>
            </a:lvl6pPr>
            <a:lvl7pPr marL="2400300" lvl="6" indent="-238125" algn="ctr">
              <a:spcBef>
                <a:spcPts val="0"/>
              </a:spcBef>
              <a:spcAft>
                <a:spcPts val="0"/>
              </a:spcAft>
              <a:buSzPts val="1400"/>
              <a:buChar char="●"/>
              <a:defRPr/>
            </a:lvl7pPr>
            <a:lvl8pPr marL="2743200" lvl="7" indent="-238125" algn="ctr">
              <a:spcBef>
                <a:spcPts val="0"/>
              </a:spcBef>
              <a:spcAft>
                <a:spcPts val="0"/>
              </a:spcAft>
              <a:buSzPts val="1400"/>
              <a:buChar char="○"/>
              <a:defRPr/>
            </a:lvl8pPr>
            <a:lvl9pPr marL="3086100" lvl="8" indent="-238125" algn="ctr">
              <a:spcBef>
                <a:spcPts val="0"/>
              </a:spcBef>
              <a:spcAft>
                <a:spcPts val="0"/>
              </a:spcAft>
              <a:buSzPts val="1400"/>
              <a:buChar char="■"/>
              <a:defRPr/>
            </a:lvl9pPr>
          </a:lstStyle>
          <a:p>
            <a:pPr lvl="0"/>
            <a:r>
              <a:rPr lang="en-US"/>
              <a:t>Click to edit Master text styles</a:t>
            </a:r>
          </a:p>
        </p:txBody>
      </p:sp>
      <p:sp>
        <p:nvSpPr>
          <p:cNvPr id="47" name="Google Shape;47;p11"/>
          <p:cNvSpPr txBox="1">
            <a:spLocks noGrp="1"/>
          </p:cNvSpPr>
          <p:nvPr>
            <p:ph type="sldNum" idx="12"/>
          </p:nvPr>
        </p:nvSpPr>
        <p:spPr>
          <a:xfrm>
            <a:off x="6354344" y="8082909"/>
            <a:ext cx="411525" cy="68224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38AA70C-0B26-5144-80AE-D809BFF1692D}" type="slidenum">
              <a:rPr lang="en-US" smtClean="0"/>
              <a:t>‹#›</a:t>
            </a:fld>
            <a:endParaRPr lang="en-US"/>
          </a:p>
        </p:txBody>
      </p:sp>
    </p:spTree>
    <p:extLst>
      <p:ext uri="{BB962C8B-B14F-4D97-AF65-F5344CB8AC3E}">
        <p14:creationId xmlns:p14="http://schemas.microsoft.com/office/powerpoint/2010/main" val="669770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6354344" y="8082909"/>
            <a:ext cx="411525" cy="68224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938AA70C-0B26-5144-80AE-D809BFF1692D}" type="slidenum">
              <a:rPr lang="en-US" smtClean="0"/>
              <a:t>‹#›</a:t>
            </a:fld>
            <a:endParaRPr lang="en-US"/>
          </a:p>
        </p:txBody>
      </p:sp>
    </p:spTree>
    <p:extLst>
      <p:ext uri="{BB962C8B-B14F-4D97-AF65-F5344CB8AC3E}">
        <p14:creationId xmlns:p14="http://schemas.microsoft.com/office/powerpoint/2010/main" val="3715395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 Column">
  <p:cSld name="1 Column">
    <p:bg>
      <p:bgPr>
        <a:solidFill>
          <a:schemeClr val="lt1"/>
        </a:solidFill>
        <a:effectLst/>
      </p:bgPr>
    </p:bg>
    <p:spTree>
      <p:nvGrpSpPr>
        <p:cNvPr id="1" name="Shape 52"/>
        <p:cNvGrpSpPr/>
        <p:nvPr/>
      </p:nvGrpSpPr>
      <p:grpSpPr>
        <a:xfrm>
          <a:off x="0" y="0"/>
          <a:ext cx="0" cy="0"/>
          <a:chOff x="0" y="0"/>
          <a:chExt cx="0" cy="0"/>
        </a:xfrm>
      </p:grpSpPr>
      <p:sp>
        <p:nvSpPr>
          <p:cNvPr id="64" name="Google Shape;64;p14"/>
          <p:cNvSpPr txBox="1">
            <a:spLocks noGrp="1"/>
          </p:cNvSpPr>
          <p:nvPr>
            <p:ph type="body" idx="1"/>
          </p:nvPr>
        </p:nvSpPr>
        <p:spPr>
          <a:xfrm>
            <a:off x="274320" y="1901952"/>
            <a:ext cx="6309450" cy="5943600"/>
          </a:xfrm>
          <a:prstGeom prst="rect">
            <a:avLst/>
          </a:prstGeom>
          <a:noFill/>
          <a:ln>
            <a:noFill/>
          </a:ln>
        </p:spPr>
        <p:txBody>
          <a:bodyPr spcFirstLastPara="1" wrap="square" lIns="0" tIns="0" rIns="0" bIns="0" anchor="t" anchorCtr="0">
            <a:normAutofit/>
          </a:bodyPr>
          <a:lstStyle>
            <a:lvl1pPr marL="342900" marR="0" lvl="0" indent="-238125" algn="l" rtl="0">
              <a:lnSpc>
                <a:spcPct val="130000"/>
              </a:lnSpc>
              <a:spcBef>
                <a:spcPts val="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1pPr>
            <a:lvl2pPr marL="685800" marR="0" lvl="1"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2pPr>
            <a:lvl3pPr marL="1028700" marR="0" lvl="2"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3pPr>
            <a:lvl4pPr marL="1371600" marR="0" lvl="3"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4pPr>
            <a:lvl5pPr marL="1714500" marR="0" lvl="4"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5pPr>
            <a:lvl6pPr marL="2057400" marR="0" lvl="5"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6pPr>
            <a:lvl7pPr marL="2400300" marR="0" lvl="6"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7pPr>
            <a:lvl8pPr marL="2743200" marR="0" lvl="7"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8pPr>
            <a:lvl9pPr marL="3086100" marR="0" lvl="8" indent="-238125" algn="l" rtl="0">
              <a:lnSpc>
                <a:spcPct val="130000"/>
              </a:lnSpc>
              <a:spcBef>
                <a:spcPts val="450"/>
              </a:spcBef>
              <a:spcAft>
                <a:spcPts val="45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9pPr>
          </a:lstStyle>
          <a:p>
            <a:pPr lvl="0"/>
            <a:r>
              <a:rPr lang="en-US"/>
              <a:t>Click to edit Master text styles</a:t>
            </a:r>
          </a:p>
        </p:txBody>
      </p:sp>
      <p:sp>
        <p:nvSpPr>
          <p:cNvPr id="65" name="Google Shape;65;p14"/>
          <p:cNvSpPr txBox="1">
            <a:spLocks noGrp="1"/>
          </p:cNvSpPr>
          <p:nvPr>
            <p:ph type="title"/>
          </p:nvPr>
        </p:nvSpPr>
        <p:spPr>
          <a:xfrm>
            <a:off x="274320" y="633984"/>
            <a:ext cx="6309450" cy="9906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2"/>
              </a:buClr>
              <a:buSzPts val="3000"/>
              <a:buFont typeface="Libre Franklin ExtraBold"/>
              <a:buNone/>
              <a:defRPr sz="2250" b="0" i="0" u="none" strike="noStrike" cap="none">
                <a:solidFill>
                  <a:schemeClr val="dk2"/>
                </a:solidFill>
                <a:latin typeface="Libre Franklin ExtraBold"/>
                <a:ea typeface="Libre Franklin ExtraBold"/>
                <a:cs typeface="Libre Franklin ExtraBold"/>
                <a:sym typeface="Libre Franklin ExtraBold"/>
              </a:defRPr>
            </a:lvl1pPr>
            <a:lvl2pPr marR="0" lvl="1" algn="l" rtl="0">
              <a:lnSpc>
                <a:spcPct val="100000"/>
              </a:lnSpc>
              <a:spcBef>
                <a:spcPts val="0"/>
              </a:spcBef>
              <a:spcAft>
                <a:spcPts val="0"/>
              </a:spcAft>
              <a:buClr>
                <a:schemeClr val="dk2"/>
              </a:buClr>
              <a:buSzPts val="900"/>
              <a:buFont typeface="Open Sans ExtraBold"/>
              <a:buNone/>
              <a:defRPr sz="675" b="1" i="0" u="none" strike="noStrike" cap="none">
                <a:solidFill>
                  <a:schemeClr val="dk2"/>
                </a:solidFill>
                <a:latin typeface="Open Sans ExtraBold"/>
                <a:ea typeface="Open Sans ExtraBold"/>
                <a:cs typeface="Open Sans ExtraBold"/>
                <a:sym typeface="Open Sans ExtraBold"/>
              </a:defRPr>
            </a:lvl2pPr>
            <a:lvl3pPr marR="0" lvl="2" algn="l" rtl="0">
              <a:lnSpc>
                <a:spcPct val="100000"/>
              </a:lnSpc>
              <a:spcBef>
                <a:spcPts val="0"/>
              </a:spcBef>
              <a:spcAft>
                <a:spcPts val="0"/>
              </a:spcAft>
              <a:buClr>
                <a:schemeClr val="dk2"/>
              </a:buClr>
              <a:buSzPts val="900"/>
              <a:buFont typeface="Open Sans ExtraBold"/>
              <a:buNone/>
              <a:defRPr sz="675" b="1" i="0" u="none" strike="noStrike" cap="none">
                <a:solidFill>
                  <a:schemeClr val="dk2"/>
                </a:solidFill>
                <a:latin typeface="Open Sans ExtraBold"/>
                <a:ea typeface="Open Sans ExtraBold"/>
                <a:cs typeface="Open Sans ExtraBold"/>
                <a:sym typeface="Open Sans ExtraBold"/>
              </a:defRPr>
            </a:lvl3pPr>
            <a:lvl4pPr marR="0" lvl="3" algn="l" rtl="0">
              <a:lnSpc>
                <a:spcPct val="100000"/>
              </a:lnSpc>
              <a:spcBef>
                <a:spcPts val="0"/>
              </a:spcBef>
              <a:spcAft>
                <a:spcPts val="0"/>
              </a:spcAft>
              <a:buClr>
                <a:schemeClr val="dk2"/>
              </a:buClr>
              <a:buSzPts val="900"/>
              <a:buFont typeface="Open Sans ExtraBold"/>
              <a:buNone/>
              <a:defRPr sz="675" b="1" i="0" u="none" strike="noStrike" cap="none">
                <a:solidFill>
                  <a:schemeClr val="dk2"/>
                </a:solidFill>
                <a:latin typeface="Open Sans ExtraBold"/>
                <a:ea typeface="Open Sans ExtraBold"/>
                <a:cs typeface="Open Sans ExtraBold"/>
                <a:sym typeface="Open Sans ExtraBold"/>
              </a:defRPr>
            </a:lvl4pPr>
            <a:lvl5pPr marR="0" lvl="4" algn="l" rtl="0">
              <a:lnSpc>
                <a:spcPct val="100000"/>
              </a:lnSpc>
              <a:spcBef>
                <a:spcPts val="0"/>
              </a:spcBef>
              <a:spcAft>
                <a:spcPts val="0"/>
              </a:spcAft>
              <a:buClr>
                <a:schemeClr val="dk2"/>
              </a:buClr>
              <a:buSzPts val="900"/>
              <a:buFont typeface="Open Sans ExtraBold"/>
              <a:buNone/>
              <a:defRPr sz="675" b="1" i="0" u="none" strike="noStrike" cap="none">
                <a:solidFill>
                  <a:schemeClr val="dk2"/>
                </a:solidFill>
                <a:latin typeface="Open Sans ExtraBold"/>
                <a:ea typeface="Open Sans ExtraBold"/>
                <a:cs typeface="Open Sans ExtraBold"/>
                <a:sym typeface="Open Sans ExtraBold"/>
              </a:defRPr>
            </a:lvl5pPr>
            <a:lvl6pPr marR="0" lvl="5" algn="l" rtl="0">
              <a:lnSpc>
                <a:spcPct val="100000"/>
              </a:lnSpc>
              <a:spcBef>
                <a:spcPts val="0"/>
              </a:spcBef>
              <a:spcAft>
                <a:spcPts val="0"/>
              </a:spcAft>
              <a:buClr>
                <a:schemeClr val="dk2"/>
              </a:buClr>
              <a:buSzPts val="900"/>
              <a:buFont typeface="Open Sans ExtraBold"/>
              <a:buNone/>
              <a:defRPr sz="675" b="1" i="0" u="none" strike="noStrike" cap="none">
                <a:solidFill>
                  <a:schemeClr val="dk2"/>
                </a:solidFill>
                <a:latin typeface="Open Sans ExtraBold"/>
                <a:ea typeface="Open Sans ExtraBold"/>
                <a:cs typeface="Open Sans ExtraBold"/>
                <a:sym typeface="Open Sans ExtraBold"/>
              </a:defRPr>
            </a:lvl6pPr>
            <a:lvl7pPr marR="0" lvl="6" algn="l" rtl="0">
              <a:lnSpc>
                <a:spcPct val="100000"/>
              </a:lnSpc>
              <a:spcBef>
                <a:spcPts val="0"/>
              </a:spcBef>
              <a:spcAft>
                <a:spcPts val="0"/>
              </a:spcAft>
              <a:buClr>
                <a:schemeClr val="dk2"/>
              </a:buClr>
              <a:buSzPts val="900"/>
              <a:buFont typeface="Open Sans ExtraBold"/>
              <a:buNone/>
              <a:defRPr sz="675" b="1" i="0" u="none" strike="noStrike" cap="none">
                <a:solidFill>
                  <a:schemeClr val="dk2"/>
                </a:solidFill>
                <a:latin typeface="Open Sans ExtraBold"/>
                <a:ea typeface="Open Sans ExtraBold"/>
                <a:cs typeface="Open Sans ExtraBold"/>
                <a:sym typeface="Open Sans ExtraBold"/>
              </a:defRPr>
            </a:lvl7pPr>
            <a:lvl8pPr marR="0" lvl="7" algn="l" rtl="0">
              <a:lnSpc>
                <a:spcPct val="100000"/>
              </a:lnSpc>
              <a:spcBef>
                <a:spcPts val="0"/>
              </a:spcBef>
              <a:spcAft>
                <a:spcPts val="0"/>
              </a:spcAft>
              <a:buClr>
                <a:schemeClr val="dk2"/>
              </a:buClr>
              <a:buSzPts val="900"/>
              <a:buFont typeface="Open Sans ExtraBold"/>
              <a:buNone/>
              <a:defRPr sz="675" b="1" i="0" u="none" strike="noStrike" cap="none">
                <a:solidFill>
                  <a:schemeClr val="dk2"/>
                </a:solidFill>
                <a:latin typeface="Open Sans ExtraBold"/>
                <a:ea typeface="Open Sans ExtraBold"/>
                <a:cs typeface="Open Sans ExtraBold"/>
                <a:sym typeface="Open Sans ExtraBold"/>
              </a:defRPr>
            </a:lvl8pPr>
            <a:lvl9pPr marR="0" lvl="8" algn="l" rtl="0">
              <a:lnSpc>
                <a:spcPct val="100000"/>
              </a:lnSpc>
              <a:spcBef>
                <a:spcPts val="0"/>
              </a:spcBef>
              <a:spcAft>
                <a:spcPts val="0"/>
              </a:spcAft>
              <a:buClr>
                <a:schemeClr val="dk2"/>
              </a:buClr>
              <a:buSzPts val="900"/>
              <a:buFont typeface="Open Sans ExtraBold"/>
              <a:buNone/>
              <a:defRPr sz="675" b="1" i="0" u="none" strike="noStrike" cap="none">
                <a:solidFill>
                  <a:schemeClr val="dk2"/>
                </a:solidFill>
                <a:latin typeface="Open Sans ExtraBold"/>
                <a:ea typeface="Open Sans ExtraBold"/>
                <a:cs typeface="Open Sans ExtraBold"/>
                <a:sym typeface="Open Sans ExtraBold"/>
              </a:defRPr>
            </a:lvl9pPr>
          </a:lstStyle>
          <a:p>
            <a:r>
              <a:rPr lang="en-US" dirty="0"/>
              <a:t>Click to edit Master title style</a:t>
            </a:r>
            <a:endParaRPr dirty="0"/>
          </a:p>
        </p:txBody>
      </p:sp>
      <p:grpSp>
        <p:nvGrpSpPr>
          <p:cNvPr id="66" name="Google Shape;66;p14"/>
          <p:cNvGrpSpPr/>
          <p:nvPr/>
        </p:nvGrpSpPr>
        <p:grpSpPr>
          <a:xfrm>
            <a:off x="5664975" y="6598324"/>
            <a:ext cx="1244213" cy="2317077"/>
            <a:chOff x="7553300" y="3806725"/>
            <a:chExt cx="1658950" cy="1336775"/>
          </a:xfrm>
        </p:grpSpPr>
        <p:pic>
          <p:nvPicPr>
            <p:cNvPr id="67" name="Google Shape;67;p14"/>
            <p:cNvPicPr preferRelativeResize="0"/>
            <p:nvPr/>
          </p:nvPicPr>
          <p:blipFill rotWithShape="1">
            <a:blip r:embed="rId2">
              <a:alphaModFix/>
            </a:blip>
            <a:srcRect l="30953" b="45504"/>
            <a:stretch/>
          </p:blipFill>
          <p:spPr>
            <a:xfrm>
              <a:off x="7553300" y="4242400"/>
              <a:ext cx="1658950" cy="901100"/>
            </a:xfrm>
            <a:prstGeom prst="rect">
              <a:avLst/>
            </a:prstGeom>
            <a:noFill/>
            <a:ln>
              <a:noFill/>
            </a:ln>
          </p:spPr>
        </p:pic>
        <p:pic>
          <p:nvPicPr>
            <p:cNvPr id="68" name="Google Shape;68;p14"/>
            <p:cNvPicPr preferRelativeResize="0"/>
            <p:nvPr/>
          </p:nvPicPr>
          <p:blipFill rotWithShape="1">
            <a:blip r:embed="rId3">
              <a:alphaModFix/>
            </a:blip>
            <a:srcRect r="34874"/>
            <a:stretch/>
          </p:blipFill>
          <p:spPr>
            <a:xfrm>
              <a:off x="8137701" y="3806725"/>
              <a:ext cx="1006299" cy="1065074"/>
            </a:xfrm>
            <a:prstGeom prst="rect">
              <a:avLst/>
            </a:prstGeom>
            <a:noFill/>
            <a:ln>
              <a:noFill/>
            </a:ln>
          </p:spPr>
        </p:pic>
        <p:pic>
          <p:nvPicPr>
            <p:cNvPr id="69" name="Google Shape;69;p14"/>
            <p:cNvPicPr preferRelativeResize="0"/>
            <p:nvPr/>
          </p:nvPicPr>
          <p:blipFill rotWithShape="1">
            <a:blip r:embed="rId4">
              <a:alphaModFix/>
            </a:blip>
            <a:srcRect r="16812"/>
            <a:stretch/>
          </p:blipFill>
          <p:spPr>
            <a:xfrm>
              <a:off x="8285627" y="4330800"/>
              <a:ext cx="858374" cy="711226"/>
            </a:xfrm>
            <a:prstGeom prst="rect">
              <a:avLst/>
            </a:prstGeom>
            <a:noFill/>
            <a:ln>
              <a:noFill/>
            </a:ln>
          </p:spPr>
        </p:pic>
      </p:grpSp>
    </p:spTree>
    <p:extLst>
      <p:ext uri="{BB962C8B-B14F-4D97-AF65-F5344CB8AC3E}">
        <p14:creationId xmlns:p14="http://schemas.microsoft.com/office/powerpoint/2010/main" val="247312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 Column 1">
  <p:cSld name="1 Column 1">
    <p:bg>
      <p:bgPr>
        <a:solidFill>
          <a:schemeClr val="lt1"/>
        </a:solidFill>
        <a:effectLst/>
      </p:bgPr>
    </p:bg>
    <p:spTree>
      <p:nvGrpSpPr>
        <p:cNvPr id="1" name="Shape 70"/>
        <p:cNvGrpSpPr/>
        <p:nvPr/>
      </p:nvGrpSpPr>
      <p:grpSpPr>
        <a:xfrm>
          <a:off x="0" y="0"/>
          <a:ext cx="0" cy="0"/>
          <a:chOff x="0" y="0"/>
          <a:chExt cx="0" cy="0"/>
        </a:xfrm>
      </p:grpSpPr>
      <p:sp>
        <p:nvSpPr>
          <p:cNvPr id="82" name="Google Shape;82;p15"/>
          <p:cNvSpPr txBox="1">
            <a:spLocks noGrp="1"/>
          </p:cNvSpPr>
          <p:nvPr>
            <p:ph type="body" idx="1"/>
          </p:nvPr>
        </p:nvSpPr>
        <p:spPr>
          <a:xfrm>
            <a:off x="274320" y="1901952"/>
            <a:ext cx="6309450" cy="5943600"/>
          </a:xfrm>
          <a:prstGeom prst="rect">
            <a:avLst/>
          </a:prstGeom>
          <a:noFill/>
          <a:ln>
            <a:noFill/>
          </a:ln>
        </p:spPr>
        <p:txBody>
          <a:bodyPr spcFirstLastPara="1" wrap="square" lIns="0" tIns="0" rIns="0" bIns="0" anchor="t" anchorCtr="0">
            <a:normAutofit/>
          </a:bodyPr>
          <a:lstStyle>
            <a:lvl1pPr marL="342900" marR="0" lvl="0" indent="-238125" algn="l" rtl="0">
              <a:lnSpc>
                <a:spcPct val="130000"/>
              </a:lnSpc>
              <a:spcBef>
                <a:spcPts val="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1pPr>
            <a:lvl2pPr marL="685800" marR="0" lvl="1"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2pPr>
            <a:lvl3pPr marL="1028700" marR="0" lvl="2"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3pPr>
            <a:lvl4pPr marL="1371600" marR="0" lvl="3"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4pPr>
            <a:lvl5pPr marL="1714500" marR="0" lvl="4"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5pPr>
            <a:lvl6pPr marL="2057400" marR="0" lvl="5"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6pPr>
            <a:lvl7pPr marL="2400300" marR="0" lvl="6"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7pPr>
            <a:lvl8pPr marL="2743200" marR="0" lvl="7"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8pPr>
            <a:lvl9pPr marL="3086100" marR="0" lvl="8" indent="-238125" algn="l" rtl="0">
              <a:lnSpc>
                <a:spcPct val="130000"/>
              </a:lnSpc>
              <a:spcBef>
                <a:spcPts val="450"/>
              </a:spcBef>
              <a:spcAft>
                <a:spcPts val="45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9pPr>
          </a:lstStyle>
          <a:p>
            <a:pPr lvl="0"/>
            <a:r>
              <a:rPr lang="en-US"/>
              <a:t>Click to edit Master text styles</a:t>
            </a:r>
          </a:p>
        </p:txBody>
      </p:sp>
      <p:sp>
        <p:nvSpPr>
          <p:cNvPr id="83" name="Google Shape;83;p15"/>
          <p:cNvSpPr txBox="1">
            <a:spLocks noGrp="1"/>
          </p:cNvSpPr>
          <p:nvPr>
            <p:ph type="title"/>
          </p:nvPr>
        </p:nvSpPr>
        <p:spPr>
          <a:xfrm>
            <a:off x="274320" y="633984"/>
            <a:ext cx="6309450" cy="9906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2"/>
              </a:buClr>
              <a:buSzPts val="3000"/>
              <a:buFont typeface="Libre Franklin ExtraBold"/>
              <a:buNone/>
              <a:defRPr sz="2250" i="0" u="none" strike="noStrike" cap="none">
                <a:solidFill>
                  <a:schemeClr val="dk2"/>
                </a:solidFill>
                <a:latin typeface="Libre Franklin ExtraBold"/>
                <a:ea typeface="Libre Franklin ExtraBold"/>
                <a:cs typeface="Libre Franklin ExtraBold"/>
                <a:sym typeface="Libre Franklin ExtraBold"/>
              </a:defRPr>
            </a:lvl1pPr>
            <a:lvl2pPr marR="0" lvl="1" algn="l" rtl="0">
              <a:lnSpc>
                <a:spcPct val="100000"/>
              </a:lnSpc>
              <a:spcBef>
                <a:spcPts val="0"/>
              </a:spcBef>
              <a:spcAft>
                <a:spcPts val="0"/>
              </a:spcAft>
              <a:buClr>
                <a:schemeClr val="dk2"/>
              </a:buClr>
              <a:buSzPts val="900"/>
              <a:buFont typeface="Open Sans ExtraBold"/>
              <a:buNone/>
              <a:defRPr sz="675" b="0" i="0" u="none" strike="noStrike" cap="none">
                <a:solidFill>
                  <a:schemeClr val="dk2"/>
                </a:solidFill>
                <a:latin typeface="Open Sans ExtraBold"/>
                <a:ea typeface="Open Sans ExtraBold"/>
                <a:cs typeface="Open Sans ExtraBold"/>
                <a:sym typeface="Open Sans ExtraBold"/>
              </a:defRPr>
            </a:lvl2pPr>
            <a:lvl3pPr marR="0" lvl="2" algn="l" rtl="0">
              <a:lnSpc>
                <a:spcPct val="100000"/>
              </a:lnSpc>
              <a:spcBef>
                <a:spcPts val="0"/>
              </a:spcBef>
              <a:spcAft>
                <a:spcPts val="0"/>
              </a:spcAft>
              <a:buClr>
                <a:schemeClr val="dk2"/>
              </a:buClr>
              <a:buSzPts val="900"/>
              <a:buFont typeface="Open Sans ExtraBold"/>
              <a:buNone/>
              <a:defRPr sz="675" b="0" i="0" u="none" strike="noStrike" cap="none">
                <a:solidFill>
                  <a:schemeClr val="dk2"/>
                </a:solidFill>
                <a:latin typeface="Open Sans ExtraBold"/>
                <a:ea typeface="Open Sans ExtraBold"/>
                <a:cs typeface="Open Sans ExtraBold"/>
                <a:sym typeface="Open Sans ExtraBold"/>
              </a:defRPr>
            </a:lvl3pPr>
            <a:lvl4pPr marR="0" lvl="3" algn="l" rtl="0">
              <a:lnSpc>
                <a:spcPct val="100000"/>
              </a:lnSpc>
              <a:spcBef>
                <a:spcPts val="0"/>
              </a:spcBef>
              <a:spcAft>
                <a:spcPts val="0"/>
              </a:spcAft>
              <a:buClr>
                <a:schemeClr val="dk2"/>
              </a:buClr>
              <a:buSzPts val="900"/>
              <a:buFont typeface="Open Sans ExtraBold"/>
              <a:buNone/>
              <a:defRPr sz="675" b="0" i="0" u="none" strike="noStrike" cap="none">
                <a:solidFill>
                  <a:schemeClr val="dk2"/>
                </a:solidFill>
                <a:latin typeface="Open Sans ExtraBold"/>
                <a:ea typeface="Open Sans ExtraBold"/>
                <a:cs typeface="Open Sans ExtraBold"/>
                <a:sym typeface="Open Sans ExtraBold"/>
              </a:defRPr>
            </a:lvl4pPr>
            <a:lvl5pPr marR="0" lvl="4" algn="l" rtl="0">
              <a:lnSpc>
                <a:spcPct val="100000"/>
              </a:lnSpc>
              <a:spcBef>
                <a:spcPts val="0"/>
              </a:spcBef>
              <a:spcAft>
                <a:spcPts val="0"/>
              </a:spcAft>
              <a:buClr>
                <a:schemeClr val="dk2"/>
              </a:buClr>
              <a:buSzPts val="900"/>
              <a:buFont typeface="Open Sans ExtraBold"/>
              <a:buNone/>
              <a:defRPr sz="675" b="0" i="0" u="none" strike="noStrike" cap="none">
                <a:solidFill>
                  <a:schemeClr val="dk2"/>
                </a:solidFill>
                <a:latin typeface="Open Sans ExtraBold"/>
                <a:ea typeface="Open Sans ExtraBold"/>
                <a:cs typeface="Open Sans ExtraBold"/>
                <a:sym typeface="Open Sans ExtraBold"/>
              </a:defRPr>
            </a:lvl5pPr>
            <a:lvl6pPr marR="0" lvl="5" algn="l" rtl="0">
              <a:lnSpc>
                <a:spcPct val="100000"/>
              </a:lnSpc>
              <a:spcBef>
                <a:spcPts val="0"/>
              </a:spcBef>
              <a:spcAft>
                <a:spcPts val="0"/>
              </a:spcAft>
              <a:buClr>
                <a:schemeClr val="dk2"/>
              </a:buClr>
              <a:buSzPts val="900"/>
              <a:buFont typeface="Open Sans ExtraBold"/>
              <a:buNone/>
              <a:defRPr sz="675" b="0" i="0" u="none" strike="noStrike" cap="none">
                <a:solidFill>
                  <a:schemeClr val="dk2"/>
                </a:solidFill>
                <a:latin typeface="Open Sans ExtraBold"/>
                <a:ea typeface="Open Sans ExtraBold"/>
                <a:cs typeface="Open Sans ExtraBold"/>
                <a:sym typeface="Open Sans ExtraBold"/>
              </a:defRPr>
            </a:lvl6pPr>
            <a:lvl7pPr marR="0" lvl="6" algn="l" rtl="0">
              <a:lnSpc>
                <a:spcPct val="100000"/>
              </a:lnSpc>
              <a:spcBef>
                <a:spcPts val="0"/>
              </a:spcBef>
              <a:spcAft>
                <a:spcPts val="0"/>
              </a:spcAft>
              <a:buClr>
                <a:schemeClr val="dk2"/>
              </a:buClr>
              <a:buSzPts val="900"/>
              <a:buFont typeface="Open Sans ExtraBold"/>
              <a:buNone/>
              <a:defRPr sz="675" b="0" i="0" u="none" strike="noStrike" cap="none">
                <a:solidFill>
                  <a:schemeClr val="dk2"/>
                </a:solidFill>
                <a:latin typeface="Open Sans ExtraBold"/>
                <a:ea typeface="Open Sans ExtraBold"/>
                <a:cs typeface="Open Sans ExtraBold"/>
                <a:sym typeface="Open Sans ExtraBold"/>
              </a:defRPr>
            </a:lvl7pPr>
            <a:lvl8pPr marR="0" lvl="7" algn="l" rtl="0">
              <a:lnSpc>
                <a:spcPct val="100000"/>
              </a:lnSpc>
              <a:spcBef>
                <a:spcPts val="0"/>
              </a:spcBef>
              <a:spcAft>
                <a:spcPts val="0"/>
              </a:spcAft>
              <a:buClr>
                <a:schemeClr val="dk2"/>
              </a:buClr>
              <a:buSzPts val="900"/>
              <a:buFont typeface="Open Sans ExtraBold"/>
              <a:buNone/>
              <a:defRPr sz="675" b="0" i="0" u="none" strike="noStrike" cap="none">
                <a:solidFill>
                  <a:schemeClr val="dk2"/>
                </a:solidFill>
                <a:latin typeface="Open Sans ExtraBold"/>
                <a:ea typeface="Open Sans ExtraBold"/>
                <a:cs typeface="Open Sans ExtraBold"/>
                <a:sym typeface="Open Sans ExtraBold"/>
              </a:defRPr>
            </a:lvl8pPr>
            <a:lvl9pPr marR="0" lvl="8" algn="l" rtl="0">
              <a:lnSpc>
                <a:spcPct val="100000"/>
              </a:lnSpc>
              <a:spcBef>
                <a:spcPts val="0"/>
              </a:spcBef>
              <a:spcAft>
                <a:spcPts val="0"/>
              </a:spcAft>
              <a:buClr>
                <a:schemeClr val="dk2"/>
              </a:buClr>
              <a:buSzPts val="900"/>
              <a:buFont typeface="Open Sans ExtraBold"/>
              <a:buNone/>
              <a:defRPr sz="675" b="0" i="0" u="none" strike="noStrike" cap="none">
                <a:solidFill>
                  <a:schemeClr val="dk2"/>
                </a:solidFill>
                <a:latin typeface="Open Sans ExtraBold"/>
                <a:ea typeface="Open Sans ExtraBold"/>
                <a:cs typeface="Open Sans ExtraBold"/>
                <a:sym typeface="Open Sans ExtraBold"/>
              </a:defRPr>
            </a:lvl9pPr>
          </a:lstStyle>
          <a:p>
            <a:r>
              <a:rPr lang="en-US"/>
              <a:t>Click to edit Master title style</a:t>
            </a:r>
            <a:endParaRPr/>
          </a:p>
        </p:txBody>
      </p:sp>
      <p:grpSp>
        <p:nvGrpSpPr>
          <p:cNvPr id="84" name="Google Shape;84;p15"/>
          <p:cNvGrpSpPr/>
          <p:nvPr/>
        </p:nvGrpSpPr>
        <p:grpSpPr>
          <a:xfrm>
            <a:off x="5664975" y="6598324"/>
            <a:ext cx="1244213" cy="2317077"/>
            <a:chOff x="7553300" y="3806725"/>
            <a:chExt cx="1658950" cy="1336775"/>
          </a:xfrm>
        </p:grpSpPr>
        <p:pic>
          <p:nvPicPr>
            <p:cNvPr id="85" name="Google Shape;85;p15"/>
            <p:cNvPicPr preferRelativeResize="0"/>
            <p:nvPr/>
          </p:nvPicPr>
          <p:blipFill rotWithShape="1">
            <a:blip r:embed="rId2">
              <a:alphaModFix/>
            </a:blip>
            <a:srcRect l="30953" b="45504"/>
            <a:stretch/>
          </p:blipFill>
          <p:spPr>
            <a:xfrm>
              <a:off x="7553300" y="4242400"/>
              <a:ext cx="1658950" cy="901100"/>
            </a:xfrm>
            <a:prstGeom prst="rect">
              <a:avLst/>
            </a:prstGeom>
            <a:noFill/>
            <a:ln>
              <a:noFill/>
            </a:ln>
          </p:spPr>
        </p:pic>
        <p:pic>
          <p:nvPicPr>
            <p:cNvPr id="86" name="Google Shape;86;p15"/>
            <p:cNvPicPr preferRelativeResize="0"/>
            <p:nvPr/>
          </p:nvPicPr>
          <p:blipFill rotWithShape="1">
            <a:blip r:embed="rId3">
              <a:alphaModFix/>
            </a:blip>
            <a:srcRect r="34874"/>
            <a:stretch/>
          </p:blipFill>
          <p:spPr>
            <a:xfrm>
              <a:off x="8137701" y="3806725"/>
              <a:ext cx="1006299" cy="1065074"/>
            </a:xfrm>
            <a:prstGeom prst="rect">
              <a:avLst/>
            </a:prstGeom>
            <a:noFill/>
            <a:ln>
              <a:noFill/>
            </a:ln>
          </p:spPr>
        </p:pic>
        <p:pic>
          <p:nvPicPr>
            <p:cNvPr id="87" name="Google Shape;87;p15"/>
            <p:cNvPicPr preferRelativeResize="0"/>
            <p:nvPr/>
          </p:nvPicPr>
          <p:blipFill rotWithShape="1">
            <a:blip r:embed="rId4">
              <a:alphaModFix/>
            </a:blip>
            <a:srcRect r="16812"/>
            <a:stretch/>
          </p:blipFill>
          <p:spPr>
            <a:xfrm>
              <a:off x="8285627" y="4330800"/>
              <a:ext cx="858374" cy="711226"/>
            </a:xfrm>
            <a:prstGeom prst="rect">
              <a:avLst/>
            </a:prstGeom>
            <a:noFill/>
            <a:ln>
              <a:noFill/>
            </a:ln>
          </p:spPr>
        </p:pic>
      </p:grpSp>
    </p:spTree>
    <p:extLst>
      <p:ext uri="{BB962C8B-B14F-4D97-AF65-F5344CB8AC3E}">
        <p14:creationId xmlns:p14="http://schemas.microsoft.com/office/powerpoint/2010/main" val="1941422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ight Blank">
  <p:cSld name="Light Blank">
    <p:bg>
      <p:bgPr>
        <a:solidFill>
          <a:schemeClr val="lt1"/>
        </a:solidFill>
        <a:effectLst/>
      </p:bgPr>
    </p:bg>
    <p:spTree>
      <p:nvGrpSpPr>
        <p:cNvPr id="1" name="Shape 88"/>
        <p:cNvGrpSpPr/>
        <p:nvPr/>
      </p:nvGrpSpPr>
      <p:grpSpPr>
        <a:xfrm>
          <a:off x="0" y="0"/>
          <a:ext cx="0" cy="0"/>
          <a:chOff x="0" y="0"/>
          <a:chExt cx="0" cy="0"/>
        </a:xfrm>
      </p:grpSpPr>
    </p:spTree>
    <p:extLst>
      <p:ext uri="{BB962C8B-B14F-4D97-AF65-F5344CB8AC3E}">
        <p14:creationId xmlns:p14="http://schemas.microsoft.com/office/powerpoint/2010/main" val="1607198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ook Left">
  <p:cSld name="Look Left">
    <p:bg>
      <p:bgPr>
        <a:solidFill>
          <a:schemeClr val="bg1"/>
        </a:solidFill>
        <a:effectLst/>
      </p:bgPr>
    </p:bg>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2413036" y="1042513"/>
            <a:ext cx="3844125" cy="6583200"/>
          </a:xfrm>
          <a:prstGeom prst="rect">
            <a:avLst/>
          </a:prstGeom>
          <a:noFill/>
          <a:ln>
            <a:noFill/>
          </a:ln>
        </p:spPr>
        <p:txBody>
          <a:bodyPr spcFirstLastPara="1" wrap="square" lIns="0" tIns="0" rIns="0" bIns="0" anchor="ctr" anchorCtr="0">
            <a:normAutofit/>
          </a:bodyPr>
          <a:lstStyle>
            <a:lvl1pPr marR="0" lvl="0" algn="ctr" rtl="0">
              <a:lnSpc>
                <a:spcPct val="100000"/>
              </a:lnSpc>
              <a:spcBef>
                <a:spcPts val="0"/>
              </a:spcBef>
              <a:spcAft>
                <a:spcPts val="0"/>
              </a:spcAft>
              <a:buClr>
                <a:schemeClr val="dk2"/>
              </a:buClr>
              <a:buSzPts val="2800"/>
              <a:buFont typeface="Libre Franklin ExtraBold"/>
              <a:buNone/>
              <a:defRPr sz="2100" b="0" i="0" u="none" strike="noStrike" cap="none">
                <a:solidFill>
                  <a:schemeClr val="dk2"/>
                </a:solidFill>
                <a:latin typeface="Libre Franklin ExtraBold"/>
                <a:ea typeface="Libre Franklin ExtraBold"/>
                <a:cs typeface="Libre Franklin ExtraBold"/>
                <a:sym typeface="Libre Franklin ExtraBold"/>
              </a:defRPr>
            </a:lvl1pPr>
            <a:lvl2pPr marR="0" lvl="1"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2pPr>
            <a:lvl3pPr marR="0" lvl="2"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3pPr>
            <a:lvl4pPr marR="0" lvl="3"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4pPr>
            <a:lvl5pPr marR="0" lvl="4"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5pPr>
            <a:lvl6pPr marR="0" lvl="5"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6pPr>
            <a:lvl7pPr marR="0" lvl="6"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7pPr>
            <a:lvl8pPr marR="0" lvl="7"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8pPr>
            <a:lvl9pPr marR="0" lvl="8"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9pPr>
          </a:lstStyle>
          <a:p>
            <a:r>
              <a:rPr lang="en-US"/>
              <a:t>Click to edit Master title style</a:t>
            </a:r>
            <a:endParaRPr dirty="0"/>
          </a:p>
        </p:txBody>
      </p:sp>
    </p:spTree>
    <p:extLst>
      <p:ext uri="{BB962C8B-B14F-4D97-AF65-F5344CB8AC3E}">
        <p14:creationId xmlns:p14="http://schemas.microsoft.com/office/powerpoint/2010/main" val="1882650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1_Title Only">
    <p:bg>
      <p:bgPr>
        <a:solidFill>
          <a:schemeClr val="lt1"/>
        </a:solidFill>
        <a:effectLst/>
      </p:bgPr>
    </p:bg>
    <p:spTree>
      <p:nvGrpSpPr>
        <p:cNvPr id="1" name="Shape 102"/>
        <p:cNvGrpSpPr/>
        <p:nvPr/>
      </p:nvGrpSpPr>
      <p:grpSpPr>
        <a:xfrm>
          <a:off x="0" y="0"/>
          <a:ext cx="0" cy="0"/>
          <a:chOff x="0" y="0"/>
          <a:chExt cx="0" cy="0"/>
        </a:xfrm>
      </p:grpSpPr>
      <p:sp>
        <p:nvSpPr>
          <p:cNvPr id="114" name="Google Shape;114;p18"/>
          <p:cNvSpPr txBox="1">
            <a:spLocks noGrp="1"/>
          </p:cNvSpPr>
          <p:nvPr>
            <p:ph type="title"/>
          </p:nvPr>
        </p:nvSpPr>
        <p:spPr>
          <a:xfrm>
            <a:off x="274320" y="633984"/>
            <a:ext cx="6309450" cy="990600"/>
          </a:xfrm>
          <a:prstGeom prst="rect">
            <a:avLst/>
          </a:prstGeom>
          <a:noFill/>
          <a:ln>
            <a:noFill/>
          </a:ln>
        </p:spPr>
        <p:txBody>
          <a:bodyPr spcFirstLastPara="1" wrap="square" lIns="0" tIns="0" rIns="0" bIns="0" anchor="t" anchorCtr="0">
            <a:normAutofit/>
          </a:bodyPr>
          <a:lstStyle>
            <a:lvl1pPr marR="0" lvl="0" algn="ctr" rtl="0">
              <a:lnSpc>
                <a:spcPct val="100000"/>
              </a:lnSpc>
              <a:spcBef>
                <a:spcPts val="0"/>
              </a:spcBef>
              <a:spcAft>
                <a:spcPts val="0"/>
              </a:spcAft>
              <a:buClr>
                <a:schemeClr val="dk2"/>
              </a:buClr>
              <a:buSzPts val="3000"/>
              <a:buFont typeface="Libre Franklin ExtraBold"/>
              <a:buNone/>
              <a:defRPr sz="2250" i="0" u="none" strike="noStrike" cap="none">
                <a:solidFill>
                  <a:schemeClr val="dk2"/>
                </a:solidFill>
                <a:latin typeface="Libre Franklin ExtraBold"/>
                <a:ea typeface="Libre Franklin ExtraBold"/>
                <a:cs typeface="Libre Franklin ExtraBold"/>
                <a:sym typeface="Libre Franklin ExtraBold"/>
              </a:defRPr>
            </a:lvl1pPr>
            <a:lvl2pPr marR="0" lvl="1"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2pPr>
            <a:lvl3pPr marR="0" lvl="2"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3pPr>
            <a:lvl4pPr marR="0" lvl="3"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4pPr>
            <a:lvl5pPr marR="0" lvl="4"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5pPr>
            <a:lvl6pPr marR="0" lvl="5"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6pPr>
            <a:lvl7pPr marR="0" lvl="6"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7pPr>
            <a:lvl8pPr marR="0" lvl="7"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8pPr>
            <a:lvl9pPr marR="0" lvl="8"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9pPr>
          </a:lstStyle>
          <a:p>
            <a:r>
              <a:rPr lang="en-US"/>
              <a:t>Click to edit Master title style</a:t>
            </a:r>
            <a:endParaRPr/>
          </a:p>
        </p:txBody>
      </p:sp>
      <p:grpSp>
        <p:nvGrpSpPr>
          <p:cNvPr id="115" name="Google Shape;115;p18"/>
          <p:cNvGrpSpPr/>
          <p:nvPr/>
        </p:nvGrpSpPr>
        <p:grpSpPr>
          <a:xfrm>
            <a:off x="5664975" y="6598324"/>
            <a:ext cx="1244213" cy="2317077"/>
            <a:chOff x="7553300" y="3806725"/>
            <a:chExt cx="1658950" cy="1336775"/>
          </a:xfrm>
        </p:grpSpPr>
        <p:pic>
          <p:nvPicPr>
            <p:cNvPr id="116" name="Google Shape;116;p18"/>
            <p:cNvPicPr preferRelativeResize="0"/>
            <p:nvPr/>
          </p:nvPicPr>
          <p:blipFill rotWithShape="1">
            <a:blip r:embed="rId2">
              <a:alphaModFix/>
            </a:blip>
            <a:srcRect l="30953" b="45504"/>
            <a:stretch/>
          </p:blipFill>
          <p:spPr>
            <a:xfrm>
              <a:off x="7553300" y="4242400"/>
              <a:ext cx="1658950" cy="901100"/>
            </a:xfrm>
            <a:prstGeom prst="rect">
              <a:avLst/>
            </a:prstGeom>
            <a:noFill/>
            <a:ln>
              <a:noFill/>
            </a:ln>
          </p:spPr>
        </p:pic>
        <p:pic>
          <p:nvPicPr>
            <p:cNvPr id="117" name="Google Shape;117;p18"/>
            <p:cNvPicPr preferRelativeResize="0"/>
            <p:nvPr/>
          </p:nvPicPr>
          <p:blipFill rotWithShape="1">
            <a:blip r:embed="rId3">
              <a:alphaModFix/>
            </a:blip>
            <a:srcRect r="34874"/>
            <a:stretch/>
          </p:blipFill>
          <p:spPr>
            <a:xfrm>
              <a:off x="8137701" y="3806725"/>
              <a:ext cx="1006299" cy="1065074"/>
            </a:xfrm>
            <a:prstGeom prst="rect">
              <a:avLst/>
            </a:prstGeom>
            <a:noFill/>
            <a:ln>
              <a:noFill/>
            </a:ln>
          </p:spPr>
        </p:pic>
        <p:pic>
          <p:nvPicPr>
            <p:cNvPr id="118" name="Google Shape;118;p18"/>
            <p:cNvPicPr preferRelativeResize="0"/>
            <p:nvPr/>
          </p:nvPicPr>
          <p:blipFill rotWithShape="1">
            <a:blip r:embed="rId4">
              <a:alphaModFix/>
            </a:blip>
            <a:srcRect r="16812"/>
            <a:stretch/>
          </p:blipFill>
          <p:spPr>
            <a:xfrm>
              <a:off x="8285627" y="4330800"/>
              <a:ext cx="858374" cy="711226"/>
            </a:xfrm>
            <a:prstGeom prst="rect">
              <a:avLst/>
            </a:prstGeom>
            <a:noFill/>
            <a:ln>
              <a:noFill/>
            </a:ln>
          </p:spPr>
        </p:pic>
      </p:grpSp>
    </p:spTree>
    <p:extLst>
      <p:ext uri="{BB962C8B-B14F-4D97-AF65-F5344CB8AC3E}">
        <p14:creationId xmlns:p14="http://schemas.microsoft.com/office/powerpoint/2010/main" val="10946401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Light 2 Column">
  <p:cSld name="Light 2 Column">
    <p:bg>
      <p:bgPr>
        <a:solidFill>
          <a:schemeClr val="lt1"/>
        </a:solidFill>
        <a:effectLst/>
      </p:bgPr>
    </p:bg>
    <p:spTree>
      <p:nvGrpSpPr>
        <p:cNvPr id="1" name="Shape 119"/>
        <p:cNvGrpSpPr/>
        <p:nvPr/>
      </p:nvGrpSpPr>
      <p:grpSpPr>
        <a:xfrm>
          <a:off x="0" y="0"/>
          <a:ext cx="0" cy="0"/>
          <a:chOff x="0" y="0"/>
          <a:chExt cx="0" cy="0"/>
        </a:xfrm>
      </p:grpSpPr>
      <p:grpSp>
        <p:nvGrpSpPr>
          <p:cNvPr id="120" name="Google Shape;120;p19"/>
          <p:cNvGrpSpPr/>
          <p:nvPr/>
        </p:nvGrpSpPr>
        <p:grpSpPr>
          <a:xfrm>
            <a:off x="3311129" y="8122921"/>
            <a:ext cx="235744" cy="544830"/>
            <a:chOff x="1190625" y="238125"/>
            <a:chExt cx="5238750" cy="5238750"/>
          </a:xfrm>
        </p:grpSpPr>
        <p:sp>
          <p:nvSpPr>
            <p:cNvPr id="121" name="Google Shape;121;p19"/>
            <p:cNvSpPr/>
            <p:nvPr/>
          </p:nvSpPr>
          <p:spPr>
            <a:xfrm>
              <a:off x="1190625" y="238125"/>
              <a:ext cx="5238750" cy="5238750"/>
            </a:xfrm>
            <a:custGeom>
              <a:avLst/>
              <a:gdLst/>
              <a:ahLst/>
              <a:cxnLst/>
              <a:rect l="l" t="t" r="r" b="b"/>
              <a:pathLst>
                <a:path w="209550" h="209550" extrusionOk="0">
                  <a:moveTo>
                    <a:pt x="104775" y="0"/>
                  </a:moveTo>
                  <a:lnTo>
                    <a:pt x="102068" y="44"/>
                  </a:lnTo>
                  <a:lnTo>
                    <a:pt x="99362" y="131"/>
                  </a:lnTo>
                  <a:lnTo>
                    <a:pt x="96699" y="306"/>
                  </a:lnTo>
                  <a:lnTo>
                    <a:pt x="94079" y="524"/>
                  </a:lnTo>
                  <a:lnTo>
                    <a:pt x="91416" y="829"/>
                  </a:lnTo>
                  <a:lnTo>
                    <a:pt x="88840" y="1222"/>
                  </a:lnTo>
                  <a:lnTo>
                    <a:pt x="86221" y="1615"/>
                  </a:lnTo>
                  <a:lnTo>
                    <a:pt x="83645" y="2139"/>
                  </a:lnTo>
                  <a:lnTo>
                    <a:pt x="81113" y="2663"/>
                  </a:lnTo>
                  <a:lnTo>
                    <a:pt x="78581" y="3318"/>
                  </a:lnTo>
                  <a:lnTo>
                    <a:pt x="76093" y="3973"/>
                  </a:lnTo>
                  <a:lnTo>
                    <a:pt x="73604" y="4715"/>
                  </a:lnTo>
                  <a:lnTo>
                    <a:pt x="71160" y="5501"/>
                  </a:lnTo>
                  <a:lnTo>
                    <a:pt x="68759" y="6374"/>
                  </a:lnTo>
                  <a:lnTo>
                    <a:pt x="66358" y="7247"/>
                  </a:lnTo>
                  <a:lnTo>
                    <a:pt x="64000" y="8251"/>
                  </a:lnTo>
                  <a:lnTo>
                    <a:pt x="61643" y="9255"/>
                  </a:lnTo>
                  <a:lnTo>
                    <a:pt x="59373" y="10347"/>
                  </a:lnTo>
                  <a:lnTo>
                    <a:pt x="57059" y="11482"/>
                  </a:lnTo>
                  <a:lnTo>
                    <a:pt x="54832" y="12660"/>
                  </a:lnTo>
                  <a:lnTo>
                    <a:pt x="52606" y="13883"/>
                  </a:lnTo>
                  <a:lnTo>
                    <a:pt x="50467" y="15149"/>
                  </a:lnTo>
                  <a:lnTo>
                    <a:pt x="48284" y="16502"/>
                  </a:lnTo>
                  <a:lnTo>
                    <a:pt x="46188" y="17899"/>
                  </a:lnTo>
                  <a:lnTo>
                    <a:pt x="44136" y="19340"/>
                  </a:lnTo>
                  <a:lnTo>
                    <a:pt x="42085" y="20824"/>
                  </a:lnTo>
                  <a:lnTo>
                    <a:pt x="40076" y="22352"/>
                  </a:lnTo>
                  <a:lnTo>
                    <a:pt x="38112" y="23924"/>
                  </a:lnTo>
                  <a:lnTo>
                    <a:pt x="36191" y="25539"/>
                  </a:lnTo>
                  <a:lnTo>
                    <a:pt x="34314" y="27198"/>
                  </a:lnTo>
                  <a:lnTo>
                    <a:pt x="32480" y="28944"/>
                  </a:lnTo>
                  <a:lnTo>
                    <a:pt x="30690" y="30690"/>
                  </a:lnTo>
                  <a:lnTo>
                    <a:pt x="28944" y="32480"/>
                  </a:lnTo>
                  <a:lnTo>
                    <a:pt x="27198" y="34314"/>
                  </a:lnTo>
                  <a:lnTo>
                    <a:pt x="25539" y="36191"/>
                  </a:lnTo>
                  <a:lnTo>
                    <a:pt x="23924" y="38112"/>
                  </a:lnTo>
                  <a:lnTo>
                    <a:pt x="22352" y="40076"/>
                  </a:lnTo>
                  <a:lnTo>
                    <a:pt x="20824" y="42085"/>
                  </a:lnTo>
                  <a:lnTo>
                    <a:pt x="19340" y="44136"/>
                  </a:lnTo>
                  <a:lnTo>
                    <a:pt x="17899" y="46188"/>
                  </a:lnTo>
                  <a:lnTo>
                    <a:pt x="16502" y="48284"/>
                  </a:lnTo>
                  <a:lnTo>
                    <a:pt x="15149" y="50467"/>
                  </a:lnTo>
                  <a:lnTo>
                    <a:pt x="13883" y="52606"/>
                  </a:lnTo>
                  <a:lnTo>
                    <a:pt x="12660" y="54832"/>
                  </a:lnTo>
                  <a:lnTo>
                    <a:pt x="11482" y="57059"/>
                  </a:lnTo>
                  <a:lnTo>
                    <a:pt x="10347" y="59373"/>
                  </a:lnTo>
                  <a:lnTo>
                    <a:pt x="9255" y="61643"/>
                  </a:lnTo>
                  <a:lnTo>
                    <a:pt x="8251" y="64000"/>
                  </a:lnTo>
                  <a:lnTo>
                    <a:pt x="7247" y="66358"/>
                  </a:lnTo>
                  <a:lnTo>
                    <a:pt x="6374" y="68759"/>
                  </a:lnTo>
                  <a:lnTo>
                    <a:pt x="5501" y="71160"/>
                  </a:lnTo>
                  <a:lnTo>
                    <a:pt x="4715" y="73604"/>
                  </a:lnTo>
                  <a:lnTo>
                    <a:pt x="3973" y="76093"/>
                  </a:lnTo>
                  <a:lnTo>
                    <a:pt x="3318" y="78581"/>
                  </a:lnTo>
                  <a:lnTo>
                    <a:pt x="2663" y="81113"/>
                  </a:lnTo>
                  <a:lnTo>
                    <a:pt x="2139" y="83645"/>
                  </a:lnTo>
                  <a:lnTo>
                    <a:pt x="1615" y="86221"/>
                  </a:lnTo>
                  <a:lnTo>
                    <a:pt x="1222" y="88840"/>
                  </a:lnTo>
                  <a:lnTo>
                    <a:pt x="829" y="91416"/>
                  </a:lnTo>
                  <a:lnTo>
                    <a:pt x="524" y="94079"/>
                  </a:lnTo>
                  <a:lnTo>
                    <a:pt x="306" y="96699"/>
                  </a:lnTo>
                  <a:lnTo>
                    <a:pt x="131" y="99362"/>
                  </a:lnTo>
                  <a:lnTo>
                    <a:pt x="44" y="102068"/>
                  </a:lnTo>
                  <a:lnTo>
                    <a:pt x="0" y="104775"/>
                  </a:lnTo>
                  <a:lnTo>
                    <a:pt x="44" y="107482"/>
                  </a:lnTo>
                  <a:lnTo>
                    <a:pt x="131" y="110188"/>
                  </a:lnTo>
                  <a:lnTo>
                    <a:pt x="306" y="112851"/>
                  </a:lnTo>
                  <a:lnTo>
                    <a:pt x="524" y="115471"/>
                  </a:lnTo>
                  <a:lnTo>
                    <a:pt x="829" y="118134"/>
                  </a:lnTo>
                  <a:lnTo>
                    <a:pt x="1222" y="120710"/>
                  </a:lnTo>
                  <a:lnTo>
                    <a:pt x="1615" y="123329"/>
                  </a:lnTo>
                  <a:lnTo>
                    <a:pt x="2139" y="125905"/>
                  </a:lnTo>
                  <a:lnTo>
                    <a:pt x="2663" y="128437"/>
                  </a:lnTo>
                  <a:lnTo>
                    <a:pt x="3318" y="130969"/>
                  </a:lnTo>
                  <a:lnTo>
                    <a:pt x="3973" y="133457"/>
                  </a:lnTo>
                  <a:lnTo>
                    <a:pt x="4715" y="135946"/>
                  </a:lnTo>
                  <a:lnTo>
                    <a:pt x="5501" y="138390"/>
                  </a:lnTo>
                  <a:lnTo>
                    <a:pt x="6374" y="140791"/>
                  </a:lnTo>
                  <a:lnTo>
                    <a:pt x="7247" y="143193"/>
                  </a:lnTo>
                  <a:lnTo>
                    <a:pt x="8251" y="145550"/>
                  </a:lnTo>
                  <a:lnTo>
                    <a:pt x="9255" y="147907"/>
                  </a:lnTo>
                  <a:lnTo>
                    <a:pt x="10347" y="150178"/>
                  </a:lnTo>
                  <a:lnTo>
                    <a:pt x="11482" y="152491"/>
                  </a:lnTo>
                  <a:lnTo>
                    <a:pt x="12660" y="154718"/>
                  </a:lnTo>
                  <a:lnTo>
                    <a:pt x="13883" y="156944"/>
                  </a:lnTo>
                  <a:lnTo>
                    <a:pt x="15149" y="159083"/>
                  </a:lnTo>
                  <a:lnTo>
                    <a:pt x="16502" y="161266"/>
                  </a:lnTo>
                  <a:lnTo>
                    <a:pt x="17899" y="163362"/>
                  </a:lnTo>
                  <a:lnTo>
                    <a:pt x="19340" y="165414"/>
                  </a:lnTo>
                  <a:lnTo>
                    <a:pt x="20824" y="167465"/>
                  </a:lnTo>
                  <a:lnTo>
                    <a:pt x="22352" y="169474"/>
                  </a:lnTo>
                  <a:lnTo>
                    <a:pt x="23924" y="171438"/>
                  </a:lnTo>
                  <a:lnTo>
                    <a:pt x="25539" y="173359"/>
                  </a:lnTo>
                  <a:lnTo>
                    <a:pt x="27198" y="175236"/>
                  </a:lnTo>
                  <a:lnTo>
                    <a:pt x="28944" y="177070"/>
                  </a:lnTo>
                  <a:lnTo>
                    <a:pt x="30690" y="178860"/>
                  </a:lnTo>
                  <a:lnTo>
                    <a:pt x="32480" y="180606"/>
                  </a:lnTo>
                  <a:lnTo>
                    <a:pt x="34314" y="182352"/>
                  </a:lnTo>
                  <a:lnTo>
                    <a:pt x="36191" y="184011"/>
                  </a:lnTo>
                  <a:lnTo>
                    <a:pt x="38112" y="185626"/>
                  </a:lnTo>
                  <a:lnTo>
                    <a:pt x="40076" y="187198"/>
                  </a:lnTo>
                  <a:lnTo>
                    <a:pt x="42085" y="188726"/>
                  </a:lnTo>
                  <a:lnTo>
                    <a:pt x="44136" y="190210"/>
                  </a:lnTo>
                  <a:lnTo>
                    <a:pt x="46188" y="191651"/>
                  </a:lnTo>
                  <a:lnTo>
                    <a:pt x="48284" y="193048"/>
                  </a:lnTo>
                  <a:lnTo>
                    <a:pt x="50467" y="194401"/>
                  </a:lnTo>
                  <a:lnTo>
                    <a:pt x="52606" y="195667"/>
                  </a:lnTo>
                  <a:lnTo>
                    <a:pt x="54832" y="196890"/>
                  </a:lnTo>
                  <a:lnTo>
                    <a:pt x="57059" y="198068"/>
                  </a:lnTo>
                  <a:lnTo>
                    <a:pt x="59373" y="199203"/>
                  </a:lnTo>
                  <a:lnTo>
                    <a:pt x="61643" y="200295"/>
                  </a:lnTo>
                  <a:lnTo>
                    <a:pt x="64000" y="201299"/>
                  </a:lnTo>
                  <a:lnTo>
                    <a:pt x="66358" y="202303"/>
                  </a:lnTo>
                  <a:lnTo>
                    <a:pt x="68759" y="203176"/>
                  </a:lnTo>
                  <a:lnTo>
                    <a:pt x="71160" y="204049"/>
                  </a:lnTo>
                  <a:lnTo>
                    <a:pt x="73604" y="204835"/>
                  </a:lnTo>
                  <a:lnTo>
                    <a:pt x="76093" y="205577"/>
                  </a:lnTo>
                  <a:lnTo>
                    <a:pt x="78581" y="206232"/>
                  </a:lnTo>
                  <a:lnTo>
                    <a:pt x="81113" y="206887"/>
                  </a:lnTo>
                  <a:lnTo>
                    <a:pt x="83645" y="207411"/>
                  </a:lnTo>
                  <a:lnTo>
                    <a:pt x="86221" y="207935"/>
                  </a:lnTo>
                  <a:lnTo>
                    <a:pt x="88840" y="208328"/>
                  </a:lnTo>
                  <a:lnTo>
                    <a:pt x="91416" y="208721"/>
                  </a:lnTo>
                  <a:lnTo>
                    <a:pt x="94079" y="209026"/>
                  </a:lnTo>
                  <a:lnTo>
                    <a:pt x="96699" y="209244"/>
                  </a:lnTo>
                  <a:lnTo>
                    <a:pt x="99362" y="209419"/>
                  </a:lnTo>
                  <a:lnTo>
                    <a:pt x="102068" y="209506"/>
                  </a:lnTo>
                  <a:lnTo>
                    <a:pt x="104775" y="209550"/>
                  </a:lnTo>
                  <a:lnTo>
                    <a:pt x="107482" y="209506"/>
                  </a:lnTo>
                  <a:lnTo>
                    <a:pt x="110188" y="209419"/>
                  </a:lnTo>
                  <a:lnTo>
                    <a:pt x="112851" y="209244"/>
                  </a:lnTo>
                  <a:lnTo>
                    <a:pt x="115471" y="209026"/>
                  </a:lnTo>
                  <a:lnTo>
                    <a:pt x="118134" y="208721"/>
                  </a:lnTo>
                  <a:lnTo>
                    <a:pt x="120710" y="208328"/>
                  </a:lnTo>
                  <a:lnTo>
                    <a:pt x="123329" y="207935"/>
                  </a:lnTo>
                  <a:lnTo>
                    <a:pt x="125905" y="207411"/>
                  </a:lnTo>
                  <a:lnTo>
                    <a:pt x="128437" y="206887"/>
                  </a:lnTo>
                  <a:lnTo>
                    <a:pt x="130969" y="206232"/>
                  </a:lnTo>
                  <a:lnTo>
                    <a:pt x="133457" y="205577"/>
                  </a:lnTo>
                  <a:lnTo>
                    <a:pt x="135946" y="204835"/>
                  </a:lnTo>
                  <a:lnTo>
                    <a:pt x="138390" y="204049"/>
                  </a:lnTo>
                  <a:lnTo>
                    <a:pt x="140791" y="203176"/>
                  </a:lnTo>
                  <a:lnTo>
                    <a:pt x="143193" y="202303"/>
                  </a:lnTo>
                  <a:lnTo>
                    <a:pt x="145550" y="201299"/>
                  </a:lnTo>
                  <a:lnTo>
                    <a:pt x="147907" y="200295"/>
                  </a:lnTo>
                  <a:lnTo>
                    <a:pt x="150178" y="199203"/>
                  </a:lnTo>
                  <a:lnTo>
                    <a:pt x="152491" y="198068"/>
                  </a:lnTo>
                  <a:lnTo>
                    <a:pt x="154718" y="196890"/>
                  </a:lnTo>
                  <a:lnTo>
                    <a:pt x="156944" y="195667"/>
                  </a:lnTo>
                  <a:lnTo>
                    <a:pt x="159083" y="194401"/>
                  </a:lnTo>
                  <a:lnTo>
                    <a:pt x="161266" y="193048"/>
                  </a:lnTo>
                  <a:lnTo>
                    <a:pt x="163362" y="191651"/>
                  </a:lnTo>
                  <a:lnTo>
                    <a:pt x="165414" y="190210"/>
                  </a:lnTo>
                  <a:lnTo>
                    <a:pt x="167465" y="188726"/>
                  </a:lnTo>
                  <a:lnTo>
                    <a:pt x="169474" y="187198"/>
                  </a:lnTo>
                  <a:lnTo>
                    <a:pt x="171438" y="185626"/>
                  </a:lnTo>
                  <a:lnTo>
                    <a:pt x="173359" y="184011"/>
                  </a:lnTo>
                  <a:lnTo>
                    <a:pt x="175236" y="182352"/>
                  </a:lnTo>
                  <a:lnTo>
                    <a:pt x="177070" y="180606"/>
                  </a:lnTo>
                  <a:lnTo>
                    <a:pt x="178860" y="178860"/>
                  </a:lnTo>
                  <a:lnTo>
                    <a:pt x="180606" y="177070"/>
                  </a:lnTo>
                  <a:lnTo>
                    <a:pt x="182352" y="175236"/>
                  </a:lnTo>
                  <a:lnTo>
                    <a:pt x="184011" y="173359"/>
                  </a:lnTo>
                  <a:lnTo>
                    <a:pt x="185626" y="171438"/>
                  </a:lnTo>
                  <a:lnTo>
                    <a:pt x="187198" y="169474"/>
                  </a:lnTo>
                  <a:lnTo>
                    <a:pt x="188726" y="167465"/>
                  </a:lnTo>
                  <a:lnTo>
                    <a:pt x="190210" y="165414"/>
                  </a:lnTo>
                  <a:lnTo>
                    <a:pt x="191651" y="163362"/>
                  </a:lnTo>
                  <a:lnTo>
                    <a:pt x="193048" y="161266"/>
                  </a:lnTo>
                  <a:lnTo>
                    <a:pt x="194401" y="159083"/>
                  </a:lnTo>
                  <a:lnTo>
                    <a:pt x="195667" y="156944"/>
                  </a:lnTo>
                  <a:lnTo>
                    <a:pt x="196890" y="154718"/>
                  </a:lnTo>
                  <a:lnTo>
                    <a:pt x="198068" y="152491"/>
                  </a:lnTo>
                  <a:lnTo>
                    <a:pt x="199203" y="150178"/>
                  </a:lnTo>
                  <a:lnTo>
                    <a:pt x="200295" y="147907"/>
                  </a:lnTo>
                  <a:lnTo>
                    <a:pt x="201299" y="145550"/>
                  </a:lnTo>
                  <a:lnTo>
                    <a:pt x="202303" y="143193"/>
                  </a:lnTo>
                  <a:lnTo>
                    <a:pt x="203176" y="140791"/>
                  </a:lnTo>
                  <a:lnTo>
                    <a:pt x="204049" y="138390"/>
                  </a:lnTo>
                  <a:lnTo>
                    <a:pt x="204835" y="135946"/>
                  </a:lnTo>
                  <a:lnTo>
                    <a:pt x="205577" y="133457"/>
                  </a:lnTo>
                  <a:lnTo>
                    <a:pt x="206232" y="130969"/>
                  </a:lnTo>
                  <a:lnTo>
                    <a:pt x="206887" y="128437"/>
                  </a:lnTo>
                  <a:lnTo>
                    <a:pt x="207411" y="125905"/>
                  </a:lnTo>
                  <a:lnTo>
                    <a:pt x="207935" y="123329"/>
                  </a:lnTo>
                  <a:lnTo>
                    <a:pt x="208328" y="120710"/>
                  </a:lnTo>
                  <a:lnTo>
                    <a:pt x="208721" y="118134"/>
                  </a:lnTo>
                  <a:lnTo>
                    <a:pt x="209026" y="115471"/>
                  </a:lnTo>
                  <a:lnTo>
                    <a:pt x="209244" y="112851"/>
                  </a:lnTo>
                  <a:lnTo>
                    <a:pt x="209419" y="110188"/>
                  </a:lnTo>
                  <a:lnTo>
                    <a:pt x="209506" y="107482"/>
                  </a:lnTo>
                  <a:lnTo>
                    <a:pt x="209550" y="104775"/>
                  </a:lnTo>
                  <a:lnTo>
                    <a:pt x="209506" y="102068"/>
                  </a:lnTo>
                  <a:lnTo>
                    <a:pt x="209419" y="99362"/>
                  </a:lnTo>
                  <a:lnTo>
                    <a:pt x="209244" y="96699"/>
                  </a:lnTo>
                  <a:lnTo>
                    <a:pt x="209026" y="94079"/>
                  </a:lnTo>
                  <a:lnTo>
                    <a:pt x="208721" y="91416"/>
                  </a:lnTo>
                  <a:lnTo>
                    <a:pt x="208328" y="88840"/>
                  </a:lnTo>
                  <a:lnTo>
                    <a:pt x="207935" y="86221"/>
                  </a:lnTo>
                  <a:lnTo>
                    <a:pt x="207411" y="83645"/>
                  </a:lnTo>
                  <a:lnTo>
                    <a:pt x="206887" y="81113"/>
                  </a:lnTo>
                  <a:lnTo>
                    <a:pt x="206232" y="78581"/>
                  </a:lnTo>
                  <a:lnTo>
                    <a:pt x="205577" y="76093"/>
                  </a:lnTo>
                  <a:lnTo>
                    <a:pt x="204835" y="73604"/>
                  </a:lnTo>
                  <a:lnTo>
                    <a:pt x="204049" y="71160"/>
                  </a:lnTo>
                  <a:lnTo>
                    <a:pt x="203176" y="68759"/>
                  </a:lnTo>
                  <a:lnTo>
                    <a:pt x="202303" y="66358"/>
                  </a:lnTo>
                  <a:lnTo>
                    <a:pt x="201299" y="64000"/>
                  </a:lnTo>
                  <a:lnTo>
                    <a:pt x="200295" y="61643"/>
                  </a:lnTo>
                  <a:lnTo>
                    <a:pt x="199203" y="59373"/>
                  </a:lnTo>
                  <a:lnTo>
                    <a:pt x="198068" y="57059"/>
                  </a:lnTo>
                  <a:lnTo>
                    <a:pt x="196890" y="54832"/>
                  </a:lnTo>
                  <a:lnTo>
                    <a:pt x="195667" y="52606"/>
                  </a:lnTo>
                  <a:lnTo>
                    <a:pt x="194401" y="50467"/>
                  </a:lnTo>
                  <a:lnTo>
                    <a:pt x="193048" y="48284"/>
                  </a:lnTo>
                  <a:lnTo>
                    <a:pt x="191651" y="46188"/>
                  </a:lnTo>
                  <a:lnTo>
                    <a:pt x="190210" y="44136"/>
                  </a:lnTo>
                  <a:lnTo>
                    <a:pt x="188726" y="42085"/>
                  </a:lnTo>
                  <a:lnTo>
                    <a:pt x="187198" y="40076"/>
                  </a:lnTo>
                  <a:lnTo>
                    <a:pt x="185626" y="38112"/>
                  </a:lnTo>
                  <a:lnTo>
                    <a:pt x="184011" y="36191"/>
                  </a:lnTo>
                  <a:lnTo>
                    <a:pt x="182352" y="34314"/>
                  </a:lnTo>
                  <a:lnTo>
                    <a:pt x="180606" y="32480"/>
                  </a:lnTo>
                  <a:lnTo>
                    <a:pt x="178860" y="30690"/>
                  </a:lnTo>
                  <a:lnTo>
                    <a:pt x="177070" y="28944"/>
                  </a:lnTo>
                  <a:lnTo>
                    <a:pt x="175236" y="27198"/>
                  </a:lnTo>
                  <a:lnTo>
                    <a:pt x="173359" y="25539"/>
                  </a:lnTo>
                  <a:lnTo>
                    <a:pt x="171438" y="23924"/>
                  </a:lnTo>
                  <a:lnTo>
                    <a:pt x="169474" y="22352"/>
                  </a:lnTo>
                  <a:lnTo>
                    <a:pt x="167465" y="20824"/>
                  </a:lnTo>
                  <a:lnTo>
                    <a:pt x="165414" y="19340"/>
                  </a:lnTo>
                  <a:lnTo>
                    <a:pt x="163362" y="17899"/>
                  </a:lnTo>
                  <a:lnTo>
                    <a:pt x="161266" y="16502"/>
                  </a:lnTo>
                  <a:lnTo>
                    <a:pt x="159083" y="15149"/>
                  </a:lnTo>
                  <a:lnTo>
                    <a:pt x="156944" y="13883"/>
                  </a:lnTo>
                  <a:lnTo>
                    <a:pt x="154718" y="12660"/>
                  </a:lnTo>
                  <a:lnTo>
                    <a:pt x="152491" y="11482"/>
                  </a:lnTo>
                  <a:lnTo>
                    <a:pt x="150178" y="10347"/>
                  </a:lnTo>
                  <a:lnTo>
                    <a:pt x="147907" y="9255"/>
                  </a:lnTo>
                  <a:lnTo>
                    <a:pt x="145550" y="8251"/>
                  </a:lnTo>
                  <a:lnTo>
                    <a:pt x="143193" y="7247"/>
                  </a:lnTo>
                  <a:lnTo>
                    <a:pt x="140791" y="6374"/>
                  </a:lnTo>
                  <a:lnTo>
                    <a:pt x="138390" y="5501"/>
                  </a:lnTo>
                  <a:lnTo>
                    <a:pt x="135946" y="4715"/>
                  </a:lnTo>
                  <a:lnTo>
                    <a:pt x="133457" y="3973"/>
                  </a:lnTo>
                  <a:lnTo>
                    <a:pt x="130969" y="3318"/>
                  </a:lnTo>
                  <a:lnTo>
                    <a:pt x="128437" y="2663"/>
                  </a:lnTo>
                  <a:lnTo>
                    <a:pt x="125905" y="2139"/>
                  </a:lnTo>
                  <a:lnTo>
                    <a:pt x="123329" y="1615"/>
                  </a:lnTo>
                  <a:lnTo>
                    <a:pt x="120710" y="1222"/>
                  </a:lnTo>
                  <a:lnTo>
                    <a:pt x="118134" y="829"/>
                  </a:lnTo>
                  <a:lnTo>
                    <a:pt x="115471" y="524"/>
                  </a:lnTo>
                  <a:lnTo>
                    <a:pt x="112851" y="306"/>
                  </a:lnTo>
                  <a:lnTo>
                    <a:pt x="110188" y="131"/>
                  </a:lnTo>
                  <a:lnTo>
                    <a:pt x="107482" y="44"/>
                  </a:lnTo>
                  <a:lnTo>
                    <a:pt x="104775" y="0"/>
                  </a:lnTo>
                  <a:close/>
                </a:path>
              </a:pathLst>
            </a:custGeom>
            <a:solidFill>
              <a:srgbClr val="001160"/>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sp>
          <p:nvSpPr>
            <p:cNvPr id="122" name="Google Shape;122;p19"/>
            <p:cNvSpPr/>
            <p:nvPr/>
          </p:nvSpPr>
          <p:spPr>
            <a:xfrm>
              <a:off x="2413000" y="14605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28"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28"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905"/>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905"/>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905"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905"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sp>
          <p:nvSpPr>
            <p:cNvPr id="123" name="Google Shape;123;p19"/>
            <p:cNvSpPr/>
            <p:nvPr/>
          </p:nvSpPr>
          <p:spPr>
            <a:xfrm>
              <a:off x="3460750" y="14605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905"/>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905"/>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939BBC"/>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sp>
          <p:nvSpPr>
            <p:cNvPr id="124" name="Google Shape;124;p19"/>
            <p:cNvSpPr/>
            <p:nvPr/>
          </p:nvSpPr>
          <p:spPr>
            <a:xfrm>
              <a:off x="4508500" y="14605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905"/>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905"/>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B7800"/>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sp>
          <p:nvSpPr>
            <p:cNvPr id="125" name="Google Shape;125;p19"/>
            <p:cNvSpPr/>
            <p:nvPr/>
          </p:nvSpPr>
          <p:spPr>
            <a:xfrm>
              <a:off x="2413000" y="250825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28"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28"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905"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905"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sp>
          <p:nvSpPr>
            <p:cNvPr id="126" name="Google Shape;126;p19"/>
            <p:cNvSpPr/>
            <p:nvPr/>
          </p:nvSpPr>
          <p:spPr>
            <a:xfrm>
              <a:off x="3460750" y="250825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939BBC"/>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sp>
          <p:nvSpPr>
            <p:cNvPr id="127" name="Google Shape;127;p19"/>
            <p:cNvSpPr/>
            <p:nvPr/>
          </p:nvSpPr>
          <p:spPr>
            <a:xfrm>
              <a:off x="4508500" y="250825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939BBC"/>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sp>
          <p:nvSpPr>
            <p:cNvPr id="128" name="Google Shape;128;p19"/>
            <p:cNvSpPr/>
            <p:nvPr/>
          </p:nvSpPr>
          <p:spPr>
            <a:xfrm>
              <a:off x="2413000" y="35560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72"/>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28"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28"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905"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905"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72"/>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sp>
          <p:nvSpPr>
            <p:cNvPr id="129" name="Google Shape;129;p19"/>
            <p:cNvSpPr/>
            <p:nvPr/>
          </p:nvSpPr>
          <p:spPr>
            <a:xfrm>
              <a:off x="3460750" y="35560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72"/>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72"/>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sp>
          <p:nvSpPr>
            <p:cNvPr id="130" name="Google Shape;130;p19"/>
            <p:cNvSpPr/>
            <p:nvPr/>
          </p:nvSpPr>
          <p:spPr>
            <a:xfrm>
              <a:off x="4508500" y="35560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72"/>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72"/>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Libre Franklin"/>
                <a:ea typeface="Libre Franklin"/>
                <a:cs typeface="Libre Franklin"/>
                <a:sym typeface="Libre Franklin"/>
              </a:endParaRPr>
            </a:p>
          </p:txBody>
        </p:sp>
      </p:grpSp>
      <p:sp>
        <p:nvSpPr>
          <p:cNvPr id="131" name="Google Shape;131;p19"/>
          <p:cNvSpPr txBox="1">
            <a:spLocks noGrp="1"/>
          </p:cNvSpPr>
          <p:nvPr>
            <p:ph type="body" idx="1"/>
          </p:nvPr>
        </p:nvSpPr>
        <p:spPr>
          <a:xfrm>
            <a:off x="274320" y="2060448"/>
            <a:ext cx="3039075" cy="5943600"/>
          </a:xfrm>
          <a:prstGeom prst="rect">
            <a:avLst/>
          </a:prstGeom>
          <a:noFill/>
          <a:ln>
            <a:noFill/>
          </a:ln>
        </p:spPr>
        <p:txBody>
          <a:bodyPr spcFirstLastPara="1" wrap="square" lIns="0" tIns="0" rIns="0" bIns="0" anchor="t" anchorCtr="0">
            <a:normAutofit/>
          </a:bodyPr>
          <a:lstStyle>
            <a:lvl1pPr marL="342900" marR="0" lvl="0" indent="-238125" algn="l" rtl="0">
              <a:lnSpc>
                <a:spcPct val="130000"/>
              </a:lnSpc>
              <a:spcBef>
                <a:spcPts val="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1pPr>
            <a:lvl2pPr marL="685800" marR="0" lvl="1"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2pPr>
            <a:lvl3pPr marL="1028700" marR="0" lvl="2"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3pPr>
            <a:lvl4pPr marL="1371600" marR="0" lvl="3"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4pPr>
            <a:lvl5pPr marL="1714500" marR="0" lvl="4"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5pPr>
            <a:lvl6pPr marL="2057400" marR="0" lvl="5"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6pPr>
            <a:lvl7pPr marL="2400300" marR="0" lvl="6"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7pPr>
            <a:lvl8pPr marL="2743200" marR="0" lvl="7"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8pPr>
            <a:lvl9pPr marL="3086100" marR="0" lvl="8" indent="-238125" algn="l" rtl="0">
              <a:lnSpc>
                <a:spcPct val="130000"/>
              </a:lnSpc>
              <a:spcBef>
                <a:spcPts val="450"/>
              </a:spcBef>
              <a:spcAft>
                <a:spcPts val="45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9pPr>
          </a:lstStyle>
          <a:p>
            <a:pPr lvl="0"/>
            <a:r>
              <a:rPr lang="en-US"/>
              <a:t>Click to edit Master text styles</a:t>
            </a:r>
          </a:p>
        </p:txBody>
      </p:sp>
      <p:sp>
        <p:nvSpPr>
          <p:cNvPr id="132" name="Google Shape;132;p19"/>
          <p:cNvSpPr txBox="1">
            <a:spLocks noGrp="1"/>
          </p:cNvSpPr>
          <p:nvPr>
            <p:ph type="title"/>
          </p:nvPr>
        </p:nvSpPr>
        <p:spPr>
          <a:xfrm>
            <a:off x="274320" y="633984"/>
            <a:ext cx="6309225" cy="9906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2"/>
              </a:buClr>
              <a:buSzPts val="2600"/>
              <a:buFont typeface="Libre Franklin ExtraBold"/>
              <a:buNone/>
              <a:defRPr sz="1950" b="0" i="0" u="none" strike="noStrike" cap="none">
                <a:solidFill>
                  <a:schemeClr val="dk2"/>
                </a:solidFill>
                <a:latin typeface="Libre Franklin ExtraBold"/>
                <a:ea typeface="Libre Franklin ExtraBold"/>
                <a:cs typeface="Libre Franklin ExtraBold"/>
                <a:sym typeface="Libre Franklin ExtraBold"/>
              </a:defRPr>
            </a:lvl1pPr>
            <a:lvl2pPr marR="0" lvl="1" algn="l" rtl="0">
              <a:lnSpc>
                <a:spcPct val="100000"/>
              </a:lnSpc>
              <a:spcBef>
                <a:spcPts val="0"/>
              </a:spcBef>
              <a:spcAft>
                <a:spcPts val="0"/>
              </a:spcAft>
              <a:buClr>
                <a:schemeClr val="dk2"/>
              </a:buClr>
              <a:buSzPts val="900"/>
              <a:buFont typeface="Libre Franklin ExtraBold"/>
              <a:buNone/>
              <a:defRPr sz="675" b="0" i="0" u="none" strike="noStrike" cap="none">
                <a:solidFill>
                  <a:schemeClr val="dk2"/>
                </a:solidFill>
                <a:latin typeface="Libre Franklin ExtraBold"/>
                <a:ea typeface="Libre Franklin ExtraBold"/>
                <a:cs typeface="Libre Franklin ExtraBold"/>
                <a:sym typeface="Libre Franklin ExtraBold"/>
              </a:defRPr>
            </a:lvl2pPr>
            <a:lvl3pPr marR="0" lvl="2" algn="l" rtl="0">
              <a:lnSpc>
                <a:spcPct val="100000"/>
              </a:lnSpc>
              <a:spcBef>
                <a:spcPts val="0"/>
              </a:spcBef>
              <a:spcAft>
                <a:spcPts val="0"/>
              </a:spcAft>
              <a:buClr>
                <a:schemeClr val="dk2"/>
              </a:buClr>
              <a:buSzPts val="900"/>
              <a:buFont typeface="Libre Franklin ExtraBold"/>
              <a:buNone/>
              <a:defRPr sz="675" b="0" i="0" u="none" strike="noStrike" cap="none">
                <a:solidFill>
                  <a:schemeClr val="dk2"/>
                </a:solidFill>
                <a:latin typeface="Libre Franklin ExtraBold"/>
                <a:ea typeface="Libre Franklin ExtraBold"/>
                <a:cs typeface="Libre Franklin ExtraBold"/>
                <a:sym typeface="Libre Franklin ExtraBold"/>
              </a:defRPr>
            </a:lvl3pPr>
            <a:lvl4pPr marR="0" lvl="3" algn="l" rtl="0">
              <a:lnSpc>
                <a:spcPct val="100000"/>
              </a:lnSpc>
              <a:spcBef>
                <a:spcPts val="0"/>
              </a:spcBef>
              <a:spcAft>
                <a:spcPts val="0"/>
              </a:spcAft>
              <a:buClr>
                <a:schemeClr val="dk2"/>
              </a:buClr>
              <a:buSzPts val="900"/>
              <a:buFont typeface="Libre Franklin ExtraBold"/>
              <a:buNone/>
              <a:defRPr sz="675" b="0" i="0" u="none" strike="noStrike" cap="none">
                <a:solidFill>
                  <a:schemeClr val="dk2"/>
                </a:solidFill>
                <a:latin typeface="Libre Franklin ExtraBold"/>
                <a:ea typeface="Libre Franklin ExtraBold"/>
                <a:cs typeface="Libre Franklin ExtraBold"/>
                <a:sym typeface="Libre Franklin ExtraBold"/>
              </a:defRPr>
            </a:lvl4pPr>
            <a:lvl5pPr marR="0" lvl="4" algn="l" rtl="0">
              <a:lnSpc>
                <a:spcPct val="100000"/>
              </a:lnSpc>
              <a:spcBef>
                <a:spcPts val="0"/>
              </a:spcBef>
              <a:spcAft>
                <a:spcPts val="0"/>
              </a:spcAft>
              <a:buClr>
                <a:schemeClr val="dk2"/>
              </a:buClr>
              <a:buSzPts val="900"/>
              <a:buFont typeface="Libre Franklin ExtraBold"/>
              <a:buNone/>
              <a:defRPr sz="675" b="0" i="0" u="none" strike="noStrike" cap="none">
                <a:solidFill>
                  <a:schemeClr val="dk2"/>
                </a:solidFill>
                <a:latin typeface="Libre Franklin ExtraBold"/>
                <a:ea typeface="Libre Franklin ExtraBold"/>
                <a:cs typeface="Libre Franklin ExtraBold"/>
                <a:sym typeface="Libre Franklin ExtraBold"/>
              </a:defRPr>
            </a:lvl5pPr>
            <a:lvl6pPr marR="0" lvl="5" algn="l" rtl="0">
              <a:lnSpc>
                <a:spcPct val="100000"/>
              </a:lnSpc>
              <a:spcBef>
                <a:spcPts val="0"/>
              </a:spcBef>
              <a:spcAft>
                <a:spcPts val="0"/>
              </a:spcAft>
              <a:buClr>
                <a:schemeClr val="dk2"/>
              </a:buClr>
              <a:buSzPts val="900"/>
              <a:buFont typeface="Libre Franklin ExtraBold"/>
              <a:buNone/>
              <a:defRPr sz="675" b="0" i="0" u="none" strike="noStrike" cap="none">
                <a:solidFill>
                  <a:schemeClr val="dk2"/>
                </a:solidFill>
                <a:latin typeface="Libre Franklin ExtraBold"/>
                <a:ea typeface="Libre Franklin ExtraBold"/>
                <a:cs typeface="Libre Franklin ExtraBold"/>
                <a:sym typeface="Libre Franklin ExtraBold"/>
              </a:defRPr>
            </a:lvl6pPr>
            <a:lvl7pPr marR="0" lvl="6" algn="l" rtl="0">
              <a:lnSpc>
                <a:spcPct val="100000"/>
              </a:lnSpc>
              <a:spcBef>
                <a:spcPts val="0"/>
              </a:spcBef>
              <a:spcAft>
                <a:spcPts val="0"/>
              </a:spcAft>
              <a:buClr>
                <a:schemeClr val="dk2"/>
              </a:buClr>
              <a:buSzPts val="900"/>
              <a:buFont typeface="Libre Franklin ExtraBold"/>
              <a:buNone/>
              <a:defRPr sz="675" b="0" i="0" u="none" strike="noStrike" cap="none">
                <a:solidFill>
                  <a:schemeClr val="dk2"/>
                </a:solidFill>
                <a:latin typeface="Libre Franklin ExtraBold"/>
                <a:ea typeface="Libre Franklin ExtraBold"/>
                <a:cs typeface="Libre Franklin ExtraBold"/>
                <a:sym typeface="Libre Franklin ExtraBold"/>
              </a:defRPr>
            </a:lvl7pPr>
            <a:lvl8pPr marR="0" lvl="7" algn="l" rtl="0">
              <a:lnSpc>
                <a:spcPct val="100000"/>
              </a:lnSpc>
              <a:spcBef>
                <a:spcPts val="0"/>
              </a:spcBef>
              <a:spcAft>
                <a:spcPts val="0"/>
              </a:spcAft>
              <a:buClr>
                <a:schemeClr val="dk2"/>
              </a:buClr>
              <a:buSzPts val="900"/>
              <a:buFont typeface="Libre Franklin ExtraBold"/>
              <a:buNone/>
              <a:defRPr sz="675" b="0" i="0" u="none" strike="noStrike" cap="none">
                <a:solidFill>
                  <a:schemeClr val="dk2"/>
                </a:solidFill>
                <a:latin typeface="Libre Franklin ExtraBold"/>
                <a:ea typeface="Libre Franklin ExtraBold"/>
                <a:cs typeface="Libre Franklin ExtraBold"/>
                <a:sym typeface="Libre Franklin ExtraBold"/>
              </a:defRPr>
            </a:lvl8pPr>
            <a:lvl9pPr marR="0" lvl="8" algn="l" rtl="0">
              <a:lnSpc>
                <a:spcPct val="100000"/>
              </a:lnSpc>
              <a:spcBef>
                <a:spcPts val="0"/>
              </a:spcBef>
              <a:spcAft>
                <a:spcPts val="0"/>
              </a:spcAft>
              <a:buClr>
                <a:schemeClr val="dk2"/>
              </a:buClr>
              <a:buSzPts val="900"/>
              <a:buFont typeface="Libre Franklin ExtraBold"/>
              <a:buNone/>
              <a:defRPr sz="675" b="0" i="0" u="none" strike="noStrike" cap="none">
                <a:solidFill>
                  <a:schemeClr val="dk2"/>
                </a:solidFill>
                <a:latin typeface="Libre Franklin ExtraBold"/>
                <a:ea typeface="Libre Franklin ExtraBold"/>
                <a:cs typeface="Libre Franklin ExtraBold"/>
                <a:sym typeface="Libre Franklin ExtraBold"/>
              </a:defRPr>
            </a:lvl9pPr>
          </a:lstStyle>
          <a:p>
            <a:r>
              <a:rPr lang="en-US"/>
              <a:t>Click to edit Master title style</a:t>
            </a:r>
            <a:endParaRPr/>
          </a:p>
        </p:txBody>
      </p:sp>
      <p:sp>
        <p:nvSpPr>
          <p:cNvPr id="133" name="Google Shape;133;p19"/>
          <p:cNvSpPr txBox="1">
            <a:spLocks noGrp="1"/>
          </p:cNvSpPr>
          <p:nvPr>
            <p:ph type="body" idx="2"/>
          </p:nvPr>
        </p:nvSpPr>
        <p:spPr>
          <a:xfrm>
            <a:off x="3544627" y="2060448"/>
            <a:ext cx="3039075" cy="5943600"/>
          </a:xfrm>
          <a:prstGeom prst="rect">
            <a:avLst/>
          </a:prstGeom>
          <a:noFill/>
          <a:ln>
            <a:noFill/>
          </a:ln>
        </p:spPr>
        <p:txBody>
          <a:bodyPr spcFirstLastPara="1" wrap="square" lIns="0" tIns="0" rIns="0" bIns="0" anchor="t" anchorCtr="0">
            <a:normAutofit/>
          </a:bodyPr>
          <a:lstStyle>
            <a:lvl1pPr marL="342900" marR="0" lvl="0" indent="-238125" algn="l" rtl="0">
              <a:lnSpc>
                <a:spcPct val="130000"/>
              </a:lnSpc>
              <a:spcBef>
                <a:spcPts val="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1pPr>
            <a:lvl2pPr marL="685800" marR="0" lvl="1"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2pPr>
            <a:lvl3pPr marL="1028700" marR="0" lvl="2"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3pPr>
            <a:lvl4pPr marL="1371600" marR="0" lvl="3"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4pPr>
            <a:lvl5pPr marL="1714500" marR="0" lvl="4"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5pPr>
            <a:lvl6pPr marL="2057400" marR="0" lvl="5"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6pPr>
            <a:lvl7pPr marL="2400300" marR="0" lvl="6"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7pPr>
            <a:lvl8pPr marL="2743200" marR="0" lvl="7" indent="-238125" algn="l" rtl="0">
              <a:lnSpc>
                <a:spcPct val="130000"/>
              </a:lnSpc>
              <a:spcBef>
                <a:spcPts val="450"/>
              </a:spcBef>
              <a:spcAft>
                <a:spcPts val="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8pPr>
            <a:lvl9pPr marL="3086100" marR="0" lvl="8" indent="-238125" algn="l" rtl="0">
              <a:lnSpc>
                <a:spcPct val="130000"/>
              </a:lnSpc>
              <a:spcBef>
                <a:spcPts val="450"/>
              </a:spcBef>
              <a:spcAft>
                <a:spcPts val="450"/>
              </a:spcAft>
              <a:buClr>
                <a:schemeClr val="dk1"/>
              </a:buClr>
              <a:buSzPts val="1400"/>
              <a:buFont typeface="Libre Franklin"/>
              <a:buChar char="■"/>
              <a:defRPr sz="1050" b="0" i="0" u="none" strike="noStrike" cap="none">
                <a:solidFill>
                  <a:schemeClr val="dk1"/>
                </a:solidFill>
                <a:latin typeface="Libre Franklin"/>
                <a:ea typeface="Libre Franklin"/>
                <a:cs typeface="Libre Franklin"/>
                <a:sym typeface="Libre Franklin"/>
              </a:defRPr>
            </a:lvl9pPr>
          </a:lstStyle>
          <a:p>
            <a:pPr lvl="0"/>
            <a:r>
              <a:rPr lang="en-US"/>
              <a:t>Click to edit Master text styles</a:t>
            </a:r>
          </a:p>
        </p:txBody>
      </p:sp>
    </p:spTree>
    <p:extLst>
      <p:ext uri="{BB962C8B-B14F-4D97-AF65-F5344CB8AC3E}">
        <p14:creationId xmlns:p14="http://schemas.microsoft.com/office/powerpoint/2010/main" val="39961520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des Low Right">
  <p:cSld name="Blades Low Right">
    <p:bg>
      <p:bgPr>
        <a:solidFill>
          <a:schemeClr val="lt1"/>
        </a:solidFill>
        <a:effectLst/>
      </p:bgPr>
    </p:bg>
    <p:spTree>
      <p:nvGrpSpPr>
        <p:cNvPr id="1" name="Shape 40"/>
        <p:cNvGrpSpPr/>
        <p:nvPr/>
      </p:nvGrpSpPr>
      <p:grpSpPr>
        <a:xfrm>
          <a:off x="0" y="0"/>
          <a:ext cx="0" cy="0"/>
          <a:chOff x="0" y="0"/>
          <a:chExt cx="0" cy="0"/>
        </a:xfrm>
      </p:grpSpPr>
      <p:grpSp>
        <p:nvGrpSpPr>
          <p:cNvPr id="41" name="Google Shape;41;p51"/>
          <p:cNvGrpSpPr/>
          <p:nvPr/>
        </p:nvGrpSpPr>
        <p:grpSpPr>
          <a:xfrm>
            <a:off x="5664975" y="6598324"/>
            <a:ext cx="1244213" cy="2317077"/>
            <a:chOff x="7553300" y="3806725"/>
            <a:chExt cx="1658950" cy="1336775"/>
          </a:xfrm>
        </p:grpSpPr>
        <p:pic>
          <p:nvPicPr>
            <p:cNvPr id="42" name="Google Shape;42;p51"/>
            <p:cNvPicPr preferRelativeResize="0"/>
            <p:nvPr/>
          </p:nvPicPr>
          <p:blipFill rotWithShape="1">
            <a:blip r:embed="rId2">
              <a:alphaModFix/>
            </a:blip>
            <a:srcRect l="30953" b="45504"/>
            <a:stretch/>
          </p:blipFill>
          <p:spPr>
            <a:xfrm>
              <a:off x="7553300" y="4242400"/>
              <a:ext cx="1658950" cy="901100"/>
            </a:xfrm>
            <a:prstGeom prst="rect">
              <a:avLst/>
            </a:prstGeom>
            <a:noFill/>
            <a:ln>
              <a:noFill/>
            </a:ln>
          </p:spPr>
        </p:pic>
        <p:pic>
          <p:nvPicPr>
            <p:cNvPr id="43" name="Google Shape;43;p51"/>
            <p:cNvPicPr preferRelativeResize="0"/>
            <p:nvPr/>
          </p:nvPicPr>
          <p:blipFill rotWithShape="1">
            <a:blip r:embed="rId3">
              <a:alphaModFix/>
            </a:blip>
            <a:srcRect r="34874"/>
            <a:stretch/>
          </p:blipFill>
          <p:spPr>
            <a:xfrm>
              <a:off x="8137701" y="3806725"/>
              <a:ext cx="1006299" cy="1065074"/>
            </a:xfrm>
            <a:prstGeom prst="rect">
              <a:avLst/>
            </a:prstGeom>
            <a:noFill/>
            <a:ln>
              <a:noFill/>
            </a:ln>
          </p:spPr>
        </p:pic>
        <p:pic>
          <p:nvPicPr>
            <p:cNvPr id="44" name="Google Shape;44;p51"/>
            <p:cNvPicPr preferRelativeResize="0"/>
            <p:nvPr/>
          </p:nvPicPr>
          <p:blipFill rotWithShape="1">
            <a:blip r:embed="rId4">
              <a:alphaModFix/>
            </a:blip>
            <a:srcRect r="16812"/>
            <a:stretch/>
          </p:blipFill>
          <p:spPr>
            <a:xfrm>
              <a:off x="8285627" y="4330800"/>
              <a:ext cx="858374" cy="711226"/>
            </a:xfrm>
            <a:prstGeom prst="rect">
              <a:avLst/>
            </a:prstGeom>
            <a:noFill/>
            <a:ln>
              <a:noFill/>
            </a:ln>
          </p:spPr>
        </p:pic>
      </p:grpSp>
      <p:sp>
        <p:nvSpPr>
          <p:cNvPr id="56" name="Google Shape;56;p51"/>
          <p:cNvSpPr/>
          <p:nvPr/>
        </p:nvSpPr>
        <p:spPr>
          <a:xfrm>
            <a:off x="5890053" y="1005054"/>
            <a:ext cx="906525" cy="2095080"/>
          </a:xfrm>
          <a:prstGeom prst="ellipse">
            <a:avLst/>
          </a:prstGeom>
          <a:solidFill>
            <a:schemeClr val="accent3">
              <a:alpha val="14900"/>
            </a:schemeClr>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None/>
            </a:pPr>
            <a:endParaRPr sz="1050" b="1" i="0" u="none" strike="noStrike" cap="none">
              <a:solidFill>
                <a:schemeClr val="lt1"/>
              </a:solidFill>
              <a:latin typeface="Arial"/>
              <a:ea typeface="Arial"/>
              <a:cs typeface="Arial"/>
              <a:sym typeface="Arial"/>
            </a:endParaRPr>
          </a:p>
        </p:txBody>
      </p:sp>
      <p:sp>
        <p:nvSpPr>
          <p:cNvPr id="58" name="Google Shape;58;p51"/>
          <p:cNvSpPr/>
          <p:nvPr/>
        </p:nvSpPr>
        <p:spPr>
          <a:xfrm rot="-1372999" flipH="1">
            <a:off x="-341028" y="4116099"/>
            <a:ext cx="1095329" cy="2414667"/>
          </a:xfrm>
          <a:prstGeom prst="chord">
            <a:avLst>
              <a:gd name="adj1" fmla="val 2700000"/>
              <a:gd name="adj2" fmla="val 16200000"/>
            </a:avLst>
          </a:prstGeom>
          <a:solidFill>
            <a:schemeClr val="accent3">
              <a:alpha val="14900"/>
            </a:schemeClr>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
        <p:nvSpPr>
          <p:cNvPr id="59" name="Google Shape;59;p51"/>
          <p:cNvSpPr/>
          <p:nvPr/>
        </p:nvSpPr>
        <p:spPr>
          <a:xfrm rot="1357253">
            <a:off x="6189288" y="4642976"/>
            <a:ext cx="981589" cy="2134319"/>
          </a:xfrm>
          <a:prstGeom prst="chord">
            <a:avLst>
              <a:gd name="adj1" fmla="val 2700000"/>
              <a:gd name="adj2" fmla="val 16200000"/>
            </a:avLst>
          </a:prstGeom>
          <a:solidFill>
            <a:schemeClr val="accent1">
              <a:alpha val="14900"/>
            </a:schemeClr>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
        <p:nvSpPr>
          <p:cNvPr id="4" name="Google Shape;58;p51">
            <a:extLst>
              <a:ext uri="{FF2B5EF4-FFF2-40B4-BE49-F238E27FC236}">
                <a16:creationId xmlns:a16="http://schemas.microsoft.com/office/drawing/2014/main" id="{9AFA79F3-2D72-A981-4C35-A118CDCC1D05}"/>
              </a:ext>
            </a:extLst>
          </p:cNvPr>
          <p:cNvSpPr/>
          <p:nvPr/>
        </p:nvSpPr>
        <p:spPr>
          <a:xfrm rot="14869383" flipH="1">
            <a:off x="-301207" y="7938223"/>
            <a:ext cx="2531428" cy="1044808"/>
          </a:xfrm>
          <a:prstGeom prst="chord">
            <a:avLst>
              <a:gd name="adj1" fmla="val 2700000"/>
              <a:gd name="adj2" fmla="val 16200000"/>
            </a:avLst>
          </a:prstGeom>
          <a:solidFill>
            <a:schemeClr val="accent5">
              <a:alpha val="14900"/>
            </a:schemeClr>
          </a:solidFill>
          <a:ln>
            <a:noFill/>
          </a:ln>
        </p:spPr>
        <p:txBody>
          <a:bodyPr spcFirstLastPara="1" wrap="square" lIns="68569" tIns="34275" rIns="68569" bIns="34275" anchor="ctr" anchorCtr="0">
            <a:noAutofit/>
          </a:bodyPr>
          <a:lstStyle/>
          <a:p>
            <a:pPr marL="0" marR="0" lvl="0" indent="0" algn="ctr"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7123393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 Column">
  <p:cSld name="2 Column">
    <p:bg>
      <p:bgPr>
        <a:solidFill>
          <a:schemeClr val="lt1"/>
        </a:solidFill>
        <a:effectLst/>
      </p:bgPr>
    </p:bg>
    <p:spTree>
      <p:nvGrpSpPr>
        <p:cNvPr id="1" name="Shape 80"/>
        <p:cNvGrpSpPr/>
        <p:nvPr/>
      </p:nvGrpSpPr>
      <p:grpSpPr>
        <a:xfrm>
          <a:off x="0" y="0"/>
          <a:ext cx="0" cy="0"/>
          <a:chOff x="0" y="0"/>
          <a:chExt cx="0" cy="0"/>
        </a:xfrm>
      </p:grpSpPr>
      <p:sp>
        <p:nvSpPr>
          <p:cNvPr id="92" name="Google Shape;92;p17"/>
          <p:cNvSpPr txBox="1">
            <a:spLocks noGrp="1"/>
          </p:cNvSpPr>
          <p:nvPr>
            <p:ph type="body" idx="1"/>
          </p:nvPr>
        </p:nvSpPr>
        <p:spPr>
          <a:xfrm>
            <a:off x="274320" y="2060448"/>
            <a:ext cx="3039075" cy="5943600"/>
          </a:xfrm>
          <a:prstGeom prst="rect">
            <a:avLst/>
          </a:prstGeom>
          <a:noFill/>
          <a:ln>
            <a:noFill/>
          </a:ln>
        </p:spPr>
        <p:txBody>
          <a:bodyPr spcFirstLastPara="1" wrap="square" lIns="0" tIns="0" rIns="0" bIns="0" anchor="t" anchorCtr="0">
            <a:normAutofit/>
          </a:bodyPr>
          <a:lstStyle>
            <a:lvl1pPr marL="342900" marR="0" lvl="0" indent="-238125" algn="l" rtl="0">
              <a:lnSpc>
                <a:spcPct val="130000"/>
              </a:lnSpc>
              <a:spcBef>
                <a:spcPts val="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1pPr>
            <a:lvl2pPr marL="685800" marR="0" lvl="1"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2pPr>
            <a:lvl3pPr marL="1028700" marR="0" lvl="2"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3pPr>
            <a:lvl4pPr marL="1371600" marR="0" lvl="3"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4pPr>
            <a:lvl5pPr marL="1714500" marR="0" lvl="4"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5pPr>
            <a:lvl6pPr marL="2057400" marR="0" lvl="5"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6pPr>
            <a:lvl7pPr marL="2400300" marR="0" lvl="6"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7pPr>
            <a:lvl8pPr marL="2743200" marR="0" lvl="7"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8pPr>
            <a:lvl9pPr marL="3086100" marR="0" lvl="8" indent="-238125" algn="l" rtl="0">
              <a:lnSpc>
                <a:spcPct val="130000"/>
              </a:lnSpc>
              <a:spcBef>
                <a:spcPts val="450"/>
              </a:spcBef>
              <a:spcAft>
                <a:spcPts val="45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9pPr>
          </a:lstStyle>
          <a:p>
            <a:pPr lvl="0"/>
            <a:r>
              <a:rPr lang="en-US"/>
              <a:t>Click to edit Master text styles</a:t>
            </a:r>
          </a:p>
        </p:txBody>
      </p:sp>
      <p:sp>
        <p:nvSpPr>
          <p:cNvPr id="93" name="Google Shape;93;p17"/>
          <p:cNvSpPr txBox="1">
            <a:spLocks noGrp="1"/>
          </p:cNvSpPr>
          <p:nvPr>
            <p:ph type="title"/>
          </p:nvPr>
        </p:nvSpPr>
        <p:spPr>
          <a:xfrm>
            <a:off x="274320" y="633984"/>
            <a:ext cx="6309225" cy="990600"/>
          </a:xfrm>
          <a:prstGeom prst="rect">
            <a:avLst/>
          </a:prstGeom>
          <a:noFill/>
          <a:ln>
            <a:noFill/>
          </a:ln>
        </p:spPr>
        <p:txBody>
          <a:bodyPr spcFirstLastPara="1" wrap="square" lIns="0" tIns="0" rIns="0" bIns="0" anchor="t" anchorCtr="0">
            <a:normAutofit/>
          </a:bodyPr>
          <a:lstStyle>
            <a:lvl1pPr marR="0" lvl="0" algn="ctr" rtl="0">
              <a:lnSpc>
                <a:spcPct val="100000"/>
              </a:lnSpc>
              <a:spcBef>
                <a:spcPts val="0"/>
              </a:spcBef>
              <a:spcAft>
                <a:spcPts val="0"/>
              </a:spcAft>
              <a:buClr>
                <a:schemeClr val="dk2"/>
              </a:buClr>
              <a:buSzPts val="2600"/>
              <a:buFont typeface="Libre Franklin ExtraBold"/>
              <a:buNone/>
              <a:defRPr sz="1950" i="0" u="none" strike="noStrike" cap="none">
                <a:solidFill>
                  <a:schemeClr val="dk2"/>
                </a:solidFill>
                <a:latin typeface="Libre Franklin ExtraBold"/>
                <a:ea typeface="Libre Franklin ExtraBold"/>
                <a:cs typeface="Libre Franklin ExtraBold"/>
                <a:sym typeface="Libre Franklin ExtraBold"/>
              </a:defRPr>
            </a:lvl1pPr>
            <a:lvl2pPr marR="0" lvl="1" algn="ctr" rtl="0">
              <a:lnSpc>
                <a:spcPct val="100000"/>
              </a:lnSpc>
              <a:spcBef>
                <a:spcPts val="0"/>
              </a:spcBef>
              <a:spcAft>
                <a:spcPts val="0"/>
              </a:spcAft>
              <a:buClr>
                <a:schemeClr val="dk1"/>
              </a:buClr>
              <a:buSzPts val="900"/>
              <a:buFont typeface="Libre Franklin ExtraBold"/>
              <a:buNone/>
              <a:defRPr sz="675" i="0" u="none" strike="noStrike" cap="none">
                <a:solidFill>
                  <a:schemeClr val="dk1"/>
                </a:solidFill>
                <a:latin typeface="Libre Franklin ExtraBold"/>
                <a:ea typeface="Libre Franklin ExtraBold"/>
                <a:cs typeface="Libre Franklin ExtraBold"/>
                <a:sym typeface="Libre Franklin ExtraBold"/>
              </a:defRPr>
            </a:lvl2pPr>
            <a:lvl3pPr marR="0" lvl="2" algn="ctr" rtl="0">
              <a:lnSpc>
                <a:spcPct val="100000"/>
              </a:lnSpc>
              <a:spcBef>
                <a:spcPts val="0"/>
              </a:spcBef>
              <a:spcAft>
                <a:spcPts val="0"/>
              </a:spcAft>
              <a:buClr>
                <a:schemeClr val="dk1"/>
              </a:buClr>
              <a:buSzPts val="900"/>
              <a:buFont typeface="Libre Franklin ExtraBold"/>
              <a:buNone/>
              <a:defRPr sz="675" i="0" u="none" strike="noStrike" cap="none">
                <a:solidFill>
                  <a:schemeClr val="dk1"/>
                </a:solidFill>
                <a:latin typeface="Libre Franklin ExtraBold"/>
                <a:ea typeface="Libre Franklin ExtraBold"/>
                <a:cs typeface="Libre Franklin ExtraBold"/>
                <a:sym typeface="Libre Franklin ExtraBold"/>
              </a:defRPr>
            </a:lvl3pPr>
            <a:lvl4pPr marR="0" lvl="3" algn="ctr" rtl="0">
              <a:lnSpc>
                <a:spcPct val="100000"/>
              </a:lnSpc>
              <a:spcBef>
                <a:spcPts val="0"/>
              </a:spcBef>
              <a:spcAft>
                <a:spcPts val="0"/>
              </a:spcAft>
              <a:buClr>
                <a:schemeClr val="dk1"/>
              </a:buClr>
              <a:buSzPts val="900"/>
              <a:buFont typeface="Libre Franklin ExtraBold"/>
              <a:buNone/>
              <a:defRPr sz="675" i="0" u="none" strike="noStrike" cap="none">
                <a:solidFill>
                  <a:schemeClr val="dk1"/>
                </a:solidFill>
                <a:latin typeface="Libre Franklin ExtraBold"/>
                <a:ea typeface="Libre Franklin ExtraBold"/>
                <a:cs typeface="Libre Franklin ExtraBold"/>
                <a:sym typeface="Libre Franklin ExtraBold"/>
              </a:defRPr>
            </a:lvl4pPr>
            <a:lvl5pPr marR="0" lvl="4" algn="ctr" rtl="0">
              <a:lnSpc>
                <a:spcPct val="100000"/>
              </a:lnSpc>
              <a:spcBef>
                <a:spcPts val="0"/>
              </a:spcBef>
              <a:spcAft>
                <a:spcPts val="0"/>
              </a:spcAft>
              <a:buClr>
                <a:schemeClr val="dk1"/>
              </a:buClr>
              <a:buSzPts val="900"/>
              <a:buFont typeface="Libre Franklin ExtraBold"/>
              <a:buNone/>
              <a:defRPr sz="675" i="0" u="none" strike="noStrike" cap="none">
                <a:solidFill>
                  <a:schemeClr val="dk1"/>
                </a:solidFill>
                <a:latin typeface="Libre Franklin ExtraBold"/>
                <a:ea typeface="Libre Franklin ExtraBold"/>
                <a:cs typeface="Libre Franklin ExtraBold"/>
                <a:sym typeface="Libre Franklin ExtraBold"/>
              </a:defRPr>
            </a:lvl5pPr>
            <a:lvl6pPr marR="0" lvl="5" algn="ctr" rtl="0">
              <a:lnSpc>
                <a:spcPct val="100000"/>
              </a:lnSpc>
              <a:spcBef>
                <a:spcPts val="0"/>
              </a:spcBef>
              <a:spcAft>
                <a:spcPts val="0"/>
              </a:spcAft>
              <a:buClr>
                <a:schemeClr val="dk1"/>
              </a:buClr>
              <a:buSzPts val="900"/>
              <a:buFont typeface="Libre Franklin ExtraBold"/>
              <a:buNone/>
              <a:defRPr sz="675" i="0" u="none" strike="noStrike" cap="none">
                <a:solidFill>
                  <a:schemeClr val="dk1"/>
                </a:solidFill>
                <a:latin typeface="Libre Franklin ExtraBold"/>
                <a:ea typeface="Libre Franklin ExtraBold"/>
                <a:cs typeface="Libre Franklin ExtraBold"/>
                <a:sym typeface="Libre Franklin ExtraBold"/>
              </a:defRPr>
            </a:lvl6pPr>
            <a:lvl7pPr marR="0" lvl="6" algn="ctr" rtl="0">
              <a:lnSpc>
                <a:spcPct val="100000"/>
              </a:lnSpc>
              <a:spcBef>
                <a:spcPts val="0"/>
              </a:spcBef>
              <a:spcAft>
                <a:spcPts val="0"/>
              </a:spcAft>
              <a:buClr>
                <a:schemeClr val="dk1"/>
              </a:buClr>
              <a:buSzPts val="900"/>
              <a:buFont typeface="Libre Franklin ExtraBold"/>
              <a:buNone/>
              <a:defRPr sz="675" i="0" u="none" strike="noStrike" cap="none">
                <a:solidFill>
                  <a:schemeClr val="dk1"/>
                </a:solidFill>
                <a:latin typeface="Libre Franklin ExtraBold"/>
                <a:ea typeface="Libre Franklin ExtraBold"/>
                <a:cs typeface="Libre Franklin ExtraBold"/>
                <a:sym typeface="Libre Franklin ExtraBold"/>
              </a:defRPr>
            </a:lvl7pPr>
            <a:lvl8pPr marR="0" lvl="7" algn="ctr" rtl="0">
              <a:lnSpc>
                <a:spcPct val="100000"/>
              </a:lnSpc>
              <a:spcBef>
                <a:spcPts val="0"/>
              </a:spcBef>
              <a:spcAft>
                <a:spcPts val="0"/>
              </a:spcAft>
              <a:buClr>
                <a:schemeClr val="dk1"/>
              </a:buClr>
              <a:buSzPts val="900"/>
              <a:buFont typeface="Libre Franklin ExtraBold"/>
              <a:buNone/>
              <a:defRPr sz="675" i="0" u="none" strike="noStrike" cap="none">
                <a:solidFill>
                  <a:schemeClr val="dk1"/>
                </a:solidFill>
                <a:latin typeface="Libre Franklin ExtraBold"/>
                <a:ea typeface="Libre Franklin ExtraBold"/>
                <a:cs typeface="Libre Franklin ExtraBold"/>
                <a:sym typeface="Libre Franklin ExtraBold"/>
              </a:defRPr>
            </a:lvl8pPr>
            <a:lvl9pPr marR="0" lvl="8" algn="ctr" rtl="0">
              <a:lnSpc>
                <a:spcPct val="100000"/>
              </a:lnSpc>
              <a:spcBef>
                <a:spcPts val="0"/>
              </a:spcBef>
              <a:spcAft>
                <a:spcPts val="0"/>
              </a:spcAft>
              <a:buClr>
                <a:schemeClr val="dk1"/>
              </a:buClr>
              <a:buSzPts val="900"/>
              <a:buFont typeface="Libre Franklin ExtraBold"/>
              <a:buNone/>
              <a:defRPr sz="675" i="0" u="none" strike="noStrike" cap="none">
                <a:solidFill>
                  <a:schemeClr val="dk1"/>
                </a:solidFill>
                <a:latin typeface="Libre Franklin ExtraBold"/>
                <a:ea typeface="Libre Franklin ExtraBold"/>
                <a:cs typeface="Libre Franklin ExtraBold"/>
                <a:sym typeface="Libre Franklin ExtraBold"/>
              </a:defRPr>
            </a:lvl9pPr>
          </a:lstStyle>
          <a:p>
            <a:r>
              <a:rPr lang="en-US"/>
              <a:t>Click to edit Master title style</a:t>
            </a:r>
            <a:endParaRPr/>
          </a:p>
        </p:txBody>
      </p:sp>
      <p:sp>
        <p:nvSpPr>
          <p:cNvPr id="94" name="Google Shape;94;p17"/>
          <p:cNvSpPr txBox="1">
            <a:spLocks noGrp="1"/>
          </p:cNvSpPr>
          <p:nvPr>
            <p:ph type="body" idx="2"/>
          </p:nvPr>
        </p:nvSpPr>
        <p:spPr>
          <a:xfrm>
            <a:off x="3544627" y="2060448"/>
            <a:ext cx="3039075" cy="5943600"/>
          </a:xfrm>
          <a:prstGeom prst="rect">
            <a:avLst/>
          </a:prstGeom>
          <a:noFill/>
          <a:ln>
            <a:noFill/>
          </a:ln>
        </p:spPr>
        <p:txBody>
          <a:bodyPr spcFirstLastPara="1" wrap="square" lIns="0" tIns="0" rIns="0" bIns="0" anchor="t" anchorCtr="0">
            <a:normAutofit/>
          </a:bodyPr>
          <a:lstStyle>
            <a:lvl1pPr marL="342900" marR="0" lvl="0" indent="-238125" algn="l" rtl="0">
              <a:lnSpc>
                <a:spcPct val="130000"/>
              </a:lnSpc>
              <a:spcBef>
                <a:spcPts val="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1pPr>
            <a:lvl2pPr marL="685800" marR="0" lvl="1"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2pPr>
            <a:lvl3pPr marL="1028700" marR="0" lvl="2"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3pPr>
            <a:lvl4pPr marL="1371600" marR="0" lvl="3"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4pPr>
            <a:lvl5pPr marL="1714500" marR="0" lvl="4"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5pPr>
            <a:lvl6pPr marL="2057400" marR="0" lvl="5"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6pPr>
            <a:lvl7pPr marL="2400300" marR="0" lvl="6"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7pPr>
            <a:lvl8pPr marL="2743200" marR="0" lvl="7" indent="-238125" algn="l" rtl="0">
              <a:lnSpc>
                <a:spcPct val="130000"/>
              </a:lnSpc>
              <a:spcBef>
                <a:spcPts val="450"/>
              </a:spcBef>
              <a:spcAft>
                <a:spcPts val="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8pPr>
            <a:lvl9pPr marL="3086100" marR="0" lvl="8" indent="-238125" algn="l" rtl="0">
              <a:lnSpc>
                <a:spcPct val="130000"/>
              </a:lnSpc>
              <a:spcBef>
                <a:spcPts val="450"/>
              </a:spcBef>
              <a:spcAft>
                <a:spcPts val="450"/>
              </a:spcAft>
              <a:buClr>
                <a:schemeClr val="dk1"/>
              </a:buClr>
              <a:buSzPts val="1400"/>
              <a:buFont typeface="Libre Franklin"/>
              <a:buChar char="■"/>
              <a:defRPr sz="1050" i="0" u="none" strike="noStrike" cap="none">
                <a:solidFill>
                  <a:schemeClr val="dk1"/>
                </a:solidFill>
                <a:latin typeface="Libre Franklin"/>
                <a:ea typeface="Libre Franklin"/>
                <a:cs typeface="Libre Franklin"/>
                <a:sym typeface="Libre Franklin"/>
              </a:defRPr>
            </a:lvl9pPr>
          </a:lstStyle>
          <a:p>
            <a:pPr lvl="0"/>
            <a:r>
              <a:rPr lang="en-US"/>
              <a:t>Click to edit Master text styles</a:t>
            </a:r>
          </a:p>
        </p:txBody>
      </p:sp>
    </p:spTree>
    <p:extLst>
      <p:ext uri="{BB962C8B-B14F-4D97-AF65-F5344CB8AC3E}">
        <p14:creationId xmlns:p14="http://schemas.microsoft.com/office/powerpoint/2010/main" val="996365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ight Title Only 3">
  <p:cSld name="Light Title Only 3">
    <p:bg>
      <p:bgPr>
        <a:solidFill>
          <a:schemeClr val="lt1"/>
        </a:solidFill>
        <a:effectLst/>
      </p:bgPr>
    </p:bg>
    <p:spTree>
      <p:nvGrpSpPr>
        <p:cNvPr id="1" name="Shape 100"/>
        <p:cNvGrpSpPr/>
        <p:nvPr/>
      </p:nvGrpSpPr>
      <p:grpSpPr>
        <a:xfrm>
          <a:off x="0" y="0"/>
          <a:ext cx="0" cy="0"/>
          <a:chOff x="0" y="0"/>
          <a:chExt cx="0" cy="0"/>
        </a:xfrm>
      </p:grpSpPr>
      <p:sp>
        <p:nvSpPr>
          <p:cNvPr id="112" name="Google Shape;112;p56"/>
          <p:cNvSpPr txBox="1">
            <a:spLocks noGrp="1"/>
          </p:cNvSpPr>
          <p:nvPr>
            <p:ph type="title"/>
          </p:nvPr>
        </p:nvSpPr>
        <p:spPr>
          <a:xfrm>
            <a:off x="274320" y="633984"/>
            <a:ext cx="6309450" cy="990600"/>
          </a:xfrm>
          <a:prstGeom prst="rect">
            <a:avLst/>
          </a:prstGeom>
          <a:noFill/>
          <a:ln>
            <a:noFill/>
          </a:ln>
        </p:spPr>
        <p:txBody>
          <a:bodyPr spcFirstLastPara="1" wrap="square" lIns="0" tIns="0" rIns="0" bIns="0" anchor="t" anchorCtr="0">
            <a:normAutofit/>
          </a:bodyPr>
          <a:lstStyle>
            <a:lvl1pPr marR="0" lvl="0" algn="ctr" rtl="0">
              <a:lnSpc>
                <a:spcPct val="100000"/>
              </a:lnSpc>
              <a:spcBef>
                <a:spcPts val="0"/>
              </a:spcBef>
              <a:spcAft>
                <a:spcPts val="0"/>
              </a:spcAft>
              <a:buClr>
                <a:schemeClr val="dk2"/>
              </a:buClr>
              <a:buSzPts val="3000"/>
              <a:buFont typeface="Libre Franklin ExtraBold"/>
              <a:buNone/>
              <a:defRPr sz="2250" b="0" i="0" u="none" strike="noStrike" cap="none">
                <a:solidFill>
                  <a:schemeClr val="dk2"/>
                </a:solidFill>
                <a:latin typeface="Libre Franklin ExtraBold"/>
                <a:ea typeface="Libre Franklin ExtraBold"/>
                <a:cs typeface="Libre Franklin ExtraBold"/>
                <a:sym typeface="Libre Franklin ExtraBold"/>
              </a:defRPr>
            </a:lvl1pPr>
            <a:lvl2pPr marR="0" lvl="1"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2pPr>
            <a:lvl3pPr marR="0" lvl="2"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3pPr>
            <a:lvl4pPr marR="0" lvl="3"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4pPr>
            <a:lvl5pPr marR="0" lvl="4"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5pPr>
            <a:lvl6pPr marR="0" lvl="5"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6pPr>
            <a:lvl7pPr marR="0" lvl="6"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7pPr>
            <a:lvl8pPr marR="0" lvl="7"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8pPr>
            <a:lvl9pPr marR="0" lvl="8"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9pPr>
          </a:lstStyle>
          <a:p>
            <a:r>
              <a:rPr lang="en-US"/>
              <a:t>Click to edit Master title style</a:t>
            </a:r>
            <a:endParaRPr/>
          </a:p>
        </p:txBody>
      </p:sp>
    </p:spTree>
    <p:extLst>
      <p:ext uri="{BB962C8B-B14F-4D97-AF65-F5344CB8AC3E}">
        <p14:creationId xmlns:p14="http://schemas.microsoft.com/office/powerpoint/2010/main" val="40310407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ight">
  <p:cSld name="Light">
    <p:bg>
      <p:bgPr>
        <a:solidFill>
          <a:schemeClr val="lt1"/>
        </a:solidFill>
        <a:effectLst/>
      </p:bgPr>
    </p:bg>
    <p:spTree>
      <p:nvGrpSpPr>
        <p:cNvPr id="1" name="Shape 113"/>
        <p:cNvGrpSpPr/>
        <p:nvPr/>
      </p:nvGrpSpPr>
      <p:grpSpPr>
        <a:xfrm>
          <a:off x="0" y="0"/>
          <a:ext cx="0" cy="0"/>
          <a:chOff x="0" y="0"/>
          <a:chExt cx="0" cy="0"/>
        </a:xfrm>
      </p:grpSpPr>
    </p:spTree>
    <p:extLst>
      <p:ext uri="{BB962C8B-B14F-4D97-AF65-F5344CB8AC3E}">
        <p14:creationId xmlns:p14="http://schemas.microsoft.com/office/powerpoint/2010/main" val="11474227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Green curve right">
  <p:cSld name="Green curve right">
    <p:spTree>
      <p:nvGrpSpPr>
        <p:cNvPr id="1" name="Shape 125"/>
        <p:cNvGrpSpPr/>
        <p:nvPr/>
      </p:nvGrpSpPr>
      <p:grpSpPr>
        <a:xfrm>
          <a:off x="0" y="0"/>
          <a:ext cx="0" cy="0"/>
          <a:chOff x="0" y="0"/>
          <a:chExt cx="0" cy="0"/>
        </a:xfrm>
      </p:grpSpPr>
      <p:sp>
        <p:nvSpPr>
          <p:cNvPr id="126" name="Google Shape;126;p58"/>
          <p:cNvSpPr txBox="1"/>
          <p:nvPr/>
        </p:nvSpPr>
        <p:spPr>
          <a:xfrm>
            <a:off x="2596613" y="8441937"/>
            <a:ext cx="1664775" cy="417560"/>
          </a:xfrm>
          <a:prstGeom prst="rect">
            <a:avLst/>
          </a:prstGeom>
          <a:noFill/>
          <a:ln>
            <a:noFill/>
          </a:ln>
        </p:spPr>
        <p:txBody>
          <a:bodyPr spcFirstLastPara="1" wrap="square" lIns="51431" tIns="51431" rIns="51431" bIns="51431"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450" b="0" i="0" u="none" strike="noStrike" cap="none">
                <a:solidFill>
                  <a:srgbClr val="999999"/>
                </a:solidFill>
                <a:latin typeface="Montserrat"/>
                <a:ea typeface="Montserrat"/>
                <a:cs typeface="Montserrat"/>
                <a:sym typeface="Montserrat"/>
              </a:rPr>
              <a:t>   © 2020 Legion Technologies | Confidential</a:t>
            </a:r>
            <a:endParaRPr sz="450" b="0" i="0" u="none" strike="noStrike" cap="none">
              <a:solidFill>
                <a:srgbClr val="999999"/>
              </a:solidFill>
              <a:latin typeface="Montserrat"/>
              <a:ea typeface="Montserrat"/>
              <a:cs typeface="Montserrat"/>
              <a:sym typeface="Montserrat"/>
            </a:endParaRPr>
          </a:p>
        </p:txBody>
      </p:sp>
      <p:sp>
        <p:nvSpPr>
          <p:cNvPr id="127" name="Google Shape;127;p58"/>
          <p:cNvSpPr txBox="1">
            <a:spLocks noGrp="1"/>
          </p:cNvSpPr>
          <p:nvPr>
            <p:ph type="sldNum" idx="12"/>
          </p:nvPr>
        </p:nvSpPr>
        <p:spPr>
          <a:xfrm>
            <a:off x="6354343" y="8293672"/>
            <a:ext cx="411525" cy="68224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000"/>
              <a:buFont typeface="Arial"/>
              <a:buNone/>
              <a:defRPr sz="750" b="0" i="0" u="none" strike="noStrike" cap="none">
                <a:solidFill>
                  <a:srgbClr val="A5A5A5"/>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000"/>
              <a:buFont typeface="Arial"/>
              <a:buNone/>
              <a:defRPr sz="750" b="0" i="0" u="none" strike="noStrike" cap="none">
                <a:solidFill>
                  <a:srgbClr val="A5A5A5"/>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000"/>
              <a:buFont typeface="Arial"/>
              <a:buNone/>
              <a:defRPr sz="750" b="0" i="0" u="none" strike="noStrike" cap="none">
                <a:solidFill>
                  <a:srgbClr val="A5A5A5"/>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000"/>
              <a:buFont typeface="Arial"/>
              <a:buNone/>
              <a:defRPr sz="750" b="0" i="0" u="none" strike="noStrike" cap="none">
                <a:solidFill>
                  <a:srgbClr val="A5A5A5"/>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000"/>
              <a:buFont typeface="Arial"/>
              <a:buNone/>
              <a:defRPr sz="750" b="0" i="0" u="none" strike="noStrike" cap="none">
                <a:solidFill>
                  <a:srgbClr val="A5A5A5"/>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000"/>
              <a:buFont typeface="Arial"/>
              <a:buNone/>
              <a:defRPr sz="750" b="0" i="0" u="none" strike="noStrike" cap="none">
                <a:solidFill>
                  <a:srgbClr val="A5A5A5"/>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000"/>
              <a:buFont typeface="Arial"/>
              <a:buNone/>
              <a:defRPr sz="750" b="0" i="0" u="none" strike="noStrike" cap="none">
                <a:solidFill>
                  <a:srgbClr val="A5A5A5"/>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000"/>
              <a:buFont typeface="Arial"/>
              <a:buNone/>
              <a:defRPr sz="750" b="0" i="0" u="none" strike="noStrike" cap="none">
                <a:solidFill>
                  <a:srgbClr val="A5A5A5"/>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000"/>
              <a:buFont typeface="Arial"/>
              <a:buNone/>
              <a:defRPr sz="750" b="0" i="0" u="none" strike="noStrike" cap="none">
                <a:solidFill>
                  <a:srgbClr val="A5A5A5"/>
                </a:solidFill>
                <a:latin typeface="Arial"/>
                <a:ea typeface="Arial"/>
                <a:cs typeface="Arial"/>
                <a:sym typeface="Arial"/>
              </a:defRPr>
            </a:lvl9pPr>
          </a:lstStyle>
          <a:p>
            <a:fld id="{938AA70C-0B26-5144-80AE-D809BFF1692D}" type="slidenum">
              <a:rPr lang="en-US" smtClean="0"/>
              <a:t>‹#›</a:t>
            </a:fld>
            <a:endParaRPr lang="en-US"/>
          </a:p>
        </p:txBody>
      </p:sp>
      <p:grpSp>
        <p:nvGrpSpPr>
          <p:cNvPr id="128" name="Google Shape;128;p58"/>
          <p:cNvGrpSpPr/>
          <p:nvPr/>
        </p:nvGrpSpPr>
        <p:grpSpPr>
          <a:xfrm>
            <a:off x="131605" y="8231226"/>
            <a:ext cx="1179791" cy="475511"/>
            <a:chOff x="238125" y="2226850"/>
            <a:chExt cx="7143750" cy="1261300"/>
          </a:xfrm>
        </p:grpSpPr>
        <p:sp>
          <p:nvSpPr>
            <p:cNvPr id="129" name="Google Shape;129;p58"/>
            <p:cNvSpPr/>
            <p:nvPr/>
          </p:nvSpPr>
          <p:spPr>
            <a:xfrm>
              <a:off x="1874475" y="2481325"/>
              <a:ext cx="495625" cy="761275"/>
            </a:xfrm>
            <a:custGeom>
              <a:avLst/>
              <a:gdLst/>
              <a:ahLst/>
              <a:cxnLst/>
              <a:rect l="l" t="t" r="r" b="b"/>
              <a:pathLst>
                <a:path w="19825" h="30451" extrusionOk="0">
                  <a:moveTo>
                    <a:pt x="358" y="1"/>
                  </a:moveTo>
                  <a:lnTo>
                    <a:pt x="179" y="90"/>
                  </a:lnTo>
                  <a:lnTo>
                    <a:pt x="90" y="179"/>
                  </a:lnTo>
                  <a:lnTo>
                    <a:pt x="1" y="269"/>
                  </a:lnTo>
                  <a:lnTo>
                    <a:pt x="1" y="447"/>
                  </a:lnTo>
                  <a:lnTo>
                    <a:pt x="1" y="30004"/>
                  </a:lnTo>
                  <a:lnTo>
                    <a:pt x="1" y="30183"/>
                  </a:lnTo>
                  <a:lnTo>
                    <a:pt x="90" y="30361"/>
                  </a:lnTo>
                  <a:lnTo>
                    <a:pt x="179" y="30450"/>
                  </a:lnTo>
                  <a:lnTo>
                    <a:pt x="19646" y="30450"/>
                  </a:lnTo>
                  <a:lnTo>
                    <a:pt x="19735" y="30361"/>
                  </a:lnTo>
                  <a:lnTo>
                    <a:pt x="19825" y="30183"/>
                  </a:lnTo>
                  <a:lnTo>
                    <a:pt x="19825" y="30004"/>
                  </a:lnTo>
                  <a:lnTo>
                    <a:pt x="19825" y="26075"/>
                  </a:lnTo>
                  <a:lnTo>
                    <a:pt x="19825" y="25896"/>
                  </a:lnTo>
                  <a:lnTo>
                    <a:pt x="19735" y="25807"/>
                  </a:lnTo>
                  <a:lnTo>
                    <a:pt x="19646" y="25718"/>
                  </a:lnTo>
                  <a:lnTo>
                    <a:pt x="5448" y="25718"/>
                  </a:lnTo>
                  <a:lnTo>
                    <a:pt x="5269" y="25629"/>
                  </a:lnTo>
                  <a:lnTo>
                    <a:pt x="5180" y="25361"/>
                  </a:lnTo>
                  <a:lnTo>
                    <a:pt x="5180" y="447"/>
                  </a:lnTo>
                  <a:lnTo>
                    <a:pt x="5091" y="269"/>
                  </a:lnTo>
                  <a:lnTo>
                    <a:pt x="5001" y="179"/>
                  </a:lnTo>
                  <a:lnTo>
                    <a:pt x="4912" y="90"/>
                  </a:lnTo>
                  <a:lnTo>
                    <a:pt x="4733" y="1"/>
                  </a:lnTo>
                  <a:close/>
                </a:path>
              </a:pathLst>
            </a:custGeom>
            <a:solidFill>
              <a:srgbClr val="0011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0" name="Google Shape;130;p58"/>
            <p:cNvSpPr/>
            <p:nvPr/>
          </p:nvSpPr>
          <p:spPr>
            <a:xfrm>
              <a:off x="2856750" y="2481325"/>
              <a:ext cx="497850" cy="761275"/>
            </a:xfrm>
            <a:custGeom>
              <a:avLst/>
              <a:gdLst/>
              <a:ahLst/>
              <a:cxnLst/>
              <a:rect l="l" t="t" r="r" b="b"/>
              <a:pathLst>
                <a:path w="19914" h="30451" extrusionOk="0">
                  <a:moveTo>
                    <a:pt x="447" y="1"/>
                  </a:moveTo>
                  <a:lnTo>
                    <a:pt x="268" y="90"/>
                  </a:lnTo>
                  <a:lnTo>
                    <a:pt x="179" y="179"/>
                  </a:lnTo>
                  <a:lnTo>
                    <a:pt x="90" y="269"/>
                  </a:lnTo>
                  <a:lnTo>
                    <a:pt x="0" y="447"/>
                  </a:lnTo>
                  <a:lnTo>
                    <a:pt x="0" y="30004"/>
                  </a:lnTo>
                  <a:lnTo>
                    <a:pt x="90" y="30183"/>
                  </a:lnTo>
                  <a:lnTo>
                    <a:pt x="179" y="30361"/>
                  </a:lnTo>
                  <a:lnTo>
                    <a:pt x="268" y="30450"/>
                  </a:lnTo>
                  <a:lnTo>
                    <a:pt x="19646" y="30450"/>
                  </a:lnTo>
                  <a:lnTo>
                    <a:pt x="19824" y="30361"/>
                  </a:lnTo>
                  <a:lnTo>
                    <a:pt x="19913" y="30183"/>
                  </a:lnTo>
                  <a:lnTo>
                    <a:pt x="19913" y="30004"/>
                  </a:lnTo>
                  <a:lnTo>
                    <a:pt x="19913" y="26075"/>
                  </a:lnTo>
                  <a:lnTo>
                    <a:pt x="19913" y="25896"/>
                  </a:lnTo>
                  <a:lnTo>
                    <a:pt x="19824" y="25807"/>
                  </a:lnTo>
                  <a:lnTo>
                    <a:pt x="19646" y="25718"/>
                  </a:lnTo>
                  <a:lnTo>
                    <a:pt x="5537" y="25718"/>
                  </a:lnTo>
                  <a:lnTo>
                    <a:pt x="5269" y="25629"/>
                  </a:lnTo>
                  <a:lnTo>
                    <a:pt x="5179" y="25361"/>
                  </a:lnTo>
                  <a:lnTo>
                    <a:pt x="5179" y="17681"/>
                  </a:lnTo>
                  <a:lnTo>
                    <a:pt x="5269" y="17503"/>
                  </a:lnTo>
                  <a:lnTo>
                    <a:pt x="5537" y="17413"/>
                  </a:lnTo>
                  <a:lnTo>
                    <a:pt x="17413" y="17413"/>
                  </a:lnTo>
                  <a:lnTo>
                    <a:pt x="17592" y="17324"/>
                  </a:lnTo>
                  <a:lnTo>
                    <a:pt x="17681" y="17145"/>
                  </a:lnTo>
                  <a:lnTo>
                    <a:pt x="17681" y="16967"/>
                  </a:lnTo>
                  <a:lnTo>
                    <a:pt x="17681" y="13038"/>
                  </a:lnTo>
                  <a:lnTo>
                    <a:pt x="17681" y="12859"/>
                  </a:lnTo>
                  <a:lnTo>
                    <a:pt x="17592" y="12770"/>
                  </a:lnTo>
                  <a:lnTo>
                    <a:pt x="17413" y="12681"/>
                  </a:lnTo>
                  <a:lnTo>
                    <a:pt x="5537" y="12681"/>
                  </a:lnTo>
                  <a:lnTo>
                    <a:pt x="5269" y="12591"/>
                  </a:lnTo>
                  <a:lnTo>
                    <a:pt x="5179" y="12323"/>
                  </a:lnTo>
                  <a:lnTo>
                    <a:pt x="5179" y="4912"/>
                  </a:lnTo>
                  <a:lnTo>
                    <a:pt x="5269" y="4733"/>
                  </a:lnTo>
                  <a:lnTo>
                    <a:pt x="5537" y="4644"/>
                  </a:lnTo>
                  <a:lnTo>
                    <a:pt x="19646" y="4644"/>
                  </a:lnTo>
                  <a:lnTo>
                    <a:pt x="19824" y="4555"/>
                  </a:lnTo>
                  <a:lnTo>
                    <a:pt x="19913" y="4465"/>
                  </a:lnTo>
                  <a:lnTo>
                    <a:pt x="19913" y="4287"/>
                  </a:lnTo>
                  <a:lnTo>
                    <a:pt x="19913" y="447"/>
                  </a:lnTo>
                  <a:lnTo>
                    <a:pt x="19913" y="269"/>
                  </a:lnTo>
                  <a:lnTo>
                    <a:pt x="19824" y="179"/>
                  </a:lnTo>
                  <a:lnTo>
                    <a:pt x="19646" y="90"/>
                  </a:lnTo>
                  <a:lnTo>
                    <a:pt x="19467" y="1"/>
                  </a:lnTo>
                  <a:close/>
                </a:path>
              </a:pathLst>
            </a:custGeom>
            <a:solidFill>
              <a:srgbClr val="0011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1" name="Google Shape;131;p58"/>
            <p:cNvSpPr/>
            <p:nvPr/>
          </p:nvSpPr>
          <p:spPr>
            <a:xfrm>
              <a:off x="3847950" y="2467925"/>
              <a:ext cx="584900" cy="785825"/>
            </a:xfrm>
            <a:custGeom>
              <a:avLst/>
              <a:gdLst/>
              <a:ahLst/>
              <a:cxnLst/>
              <a:rect l="l" t="t" r="r" b="b"/>
              <a:pathLst>
                <a:path w="23396" h="31433" extrusionOk="0">
                  <a:moveTo>
                    <a:pt x="11787" y="1"/>
                  </a:moveTo>
                  <a:lnTo>
                    <a:pt x="10805" y="90"/>
                  </a:lnTo>
                  <a:lnTo>
                    <a:pt x="9823" y="180"/>
                  </a:lnTo>
                  <a:lnTo>
                    <a:pt x="8930" y="269"/>
                  </a:lnTo>
                  <a:lnTo>
                    <a:pt x="8037" y="447"/>
                  </a:lnTo>
                  <a:lnTo>
                    <a:pt x="7233" y="715"/>
                  </a:lnTo>
                  <a:lnTo>
                    <a:pt x="6429" y="1072"/>
                  </a:lnTo>
                  <a:lnTo>
                    <a:pt x="5626" y="1430"/>
                  </a:lnTo>
                  <a:lnTo>
                    <a:pt x="4911" y="1876"/>
                  </a:lnTo>
                  <a:lnTo>
                    <a:pt x="4197" y="2323"/>
                  </a:lnTo>
                  <a:lnTo>
                    <a:pt x="3572" y="2948"/>
                  </a:lnTo>
                  <a:lnTo>
                    <a:pt x="3036" y="3483"/>
                  </a:lnTo>
                  <a:lnTo>
                    <a:pt x="2500" y="4198"/>
                  </a:lnTo>
                  <a:lnTo>
                    <a:pt x="1965" y="4823"/>
                  </a:lnTo>
                  <a:lnTo>
                    <a:pt x="1518" y="5627"/>
                  </a:lnTo>
                  <a:lnTo>
                    <a:pt x="1161" y="6430"/>
                  </a:lnTo>
                  <a:lnTo>
                    <a:pt x="893" y="7323"/>
                  </a:lnTo>
                  <a:lnTo>
                    <a:pt x="536" y="8752"/>
                  </a:lnTo>
                  <a:lnTo>
                    <a:pt x="268" y="10359"/>
                  </a:lnTo>
                  <a:lnTo>
                    <a:pt x="89" y="12681"/>
                  </a:lnTo>
                  <a:lnTo>
                    <a:pt x="0" y="15717"/>
                  </a:lnTo>
                  <a:lnTo>
                    <a:pt x="89" y="18753"/>
                  </a:lnTo>
                  <a:lnTo>
                    <a:pt x="268" y="20985"/>
                  </a:lnTo>
                  <a:lnTo>
                    <a:pt x="625" y="22682"/>
                  </a:lnTo>
                  <a:lnTo>
                    <a:pt x="982" y="24111"/>
                  </a:lnTo>
                  <a:lnTo>
                    <a:pt x="1340" y="25004"/>
                  </a:lnTo>
                  <a:lnTo>
                    <a:pt x="1697" y="25807"/>
                  </a:lnTo>
                  <a:lnTo>
                    <a:pt x="2143" y="26611"/>
                  </a:lnTo>
                  <a:lnTo>
                    <a:pt x="2590" y="27325"/>
                  </a:lnTo>
                  <a:lnTo>
                    <a:pt x="3125" y="27950"/>
                  </a:lnTo>
                  <a:lnTo>
                    <a:pt x="3661" y="28576"/>
                  </a:lnTo>
                  <a:lnTo>
                    <a:pt x="4286" y="29111"/>
                  </a:lnTo>
                  <a:lnTo>
                    <a:pt x="5001" y="29558"/>
                  </a:lnTo>
                  <a:lnTo>
                    <a:pt x="5715" y="30004"/>
                  </a:lnTo>
                  <a:lnTo>
                    <a:pt x="6519" y="30361"/>
                  </a:lnTo>
                  <a:lnTo>
                    <a:pt x="7322" y="30719"/>
                  </a:lnTo>
                  <a:lnTo>
                    <a:pt x="8126" y="30986"/>
                  </a:lnTo>
                  <a:lnTo>
                    <a:pt x="9019" y="31165"/>
                  </a:lnTo>
                  <a:lnTo>
                    <a:pt x="9912" y="31254"/>
                  </a:lnTo>
                  <a:lnTo>
                    <a:pt x="10894" y="31344"/>
                  </a:lnTo>
                  <a:lnTo>
                    <a:pt x="11966" y="31433"/>
                  </a:lnTo>
                  <a:lnTo>
                    <a:pt x="12859" y="31344"/>
                  </a:lnTo>
                  <a:lnTo>
                    <a:pt x="13841" y="31254"/>
                  </a:lnTo>
                  <a:lnTo>
                    <a:pt x="14734" y="31076"/>
                  </a:lnTo>
                  <a:lnTo>
                    <a:pt x="15627" y="30897"/>
                  </a:lnTo>
                  <a:lnTo>
                    <a:pt x="16431" y="30629"/>
                  </a:lnTo>
                  <a:lnTo>
                    <a:pt x="17234" y="30272"/>
                  </a:lnTo>
                  <a:lnTo>
                    <a:pt x="17949" y="29826"/>
                  </a:lnTo>
                  <a:lnTo>
                    <a:pt x="18663" y="29379"/>
                  </a:lnTo>
                  <a:lnTo>
                    <a:pt x="19377" y="28933"/>
                  </a:lnTo>
                  <a:lnTo>
                    <a:pt x="20003" y="28308"/>
                  </a:lnTo>
                  <a:lnTo>
                    <a:pt x="20538" y="27772"/>
                  </a:lnTo>
                  <a:lnTo>
                    <a:pt x="21074" y="27057"/>
                  </a:lnTo>
                  <a:lnTo>
                    <a:pt x="21610" y="26343"/>
                  </a:lnTo>
                  <a:lnTo>
                    <a:pt x="22056" y="25629"/>
                  </a:lnTo>
                  <a:lnTo>
                    <a:pt x="22414" y="24825"/>
                  </a:lnTo>
                  <a:lnTo>
                    <a:pt x="22681" y="23932"/>
                  </a:lnTo>
                  <a:lnTo>
                    <a:pt x="22949" y="23307"/>
                  </a:lnTo>
                  <a:lnTo>
                    <a:pt x="23039" y="22593"/>
                  </a:lnTo>
                  <a:lnTo>
                    <a:pt x="23307" y="20985"/>
                  </a:lnTo>
                  <a:lnTo>
                    <a:pt x="23396" y="19110"/>
                  </a:lnTo>
                  <a:lnTo>
                    <a:pt x="23396" y="17235"/>
                  </a:lnTo>
                  <a:lnTo>
                    <a:pt x="23396" y="14556"/>
                  </a:lnTo>
                  <a:lnTo>
                    <a:pt x="23396" y="14378"/>
                  </a:lnTo>
                  <a:lnTo>
                    <a:pt x="23307" y="14288"/>
                  </a:lnTo>
                  <a:lnTo>
                    <a:pt x="23217" y="14199"/>
                  </a:lnTo>
                  <a:lnTo>
                    <a:pt x="12770" y="14199"/>
                  </a:lnTo>
                  <a:lnTo>
                    <a:pt x="12591" y="14288"/>
                  </a:lnTo>
                  <a:lnTo>
                    <a:pt x="12502" y="14378"/>
                  </a:lnTo>
                  <a:lnTo>
                    <a:pt x="12502" y="14556"/>
                  </a:lnTo>
                  <a:lnTo>
                    <a:pt x="12502" y="18217"/>
                  </a:lnTo>
                  <a:lnTo>
                    <a:pt x="12502" y="18396"/>
                  </a:lnTo>
                  <a:lnTo>
                    <a:pt x="12591" y="18574"/>
                  </a:lnTo>
                  <a:lnTo>
                    <a:pt x="12770" y="18664"/>
                  </a:lnTo>
                  <a:lnTo>
                    <a:pt x="17949" y="18664"/>
                  </a:lnTo>
                  <a:lnTo>
                    <a:pt x="18127" y="18753"/>
                  </a:lnTo>
                  <a:lnTo>
                    <a:pt x="18217" y="18932"/>
                  </a:lnTo>
                  <a:lnTo>
                    <a:pt x="18217" y="20092"/>
                  </a:lnTo>
                  <a:lnTo>
                    <a:pt x="18127" y="21164"/>
                  </a:lnTo>
                  <a:lnTo>
                    <a:pt x="17949" y="22057"/>
                  </a:lnTo>
                  <a:lnTo>
                    <a:pt x="17681" y="22861"/>
                  </a:lnTo>
                  <a:lnTo>
                    <a:pt x="17324" y="23754"/>
                  </a:lnTo>
                  <a:lnTo>
                    <a:pt x="16788" y="24557"/>
                  </a:lnTo>
                  <a:lnTo>
                    <a:pt x="16163" y="25182"/>
                  </a:lnTo>
                  <a:lnTo>
                    <a:pt x="15448" y="25718"/>
                  </a:lnTo>
                  <a:lnTo>
                    <a:pt x="14645" y="26165"/>
                  </a:lnTo>
                  <a:lnTo>
                    <a:pt x="13752" y="26522"/>
                  </a:lnTo>
                  <a:lnTo>
                    <a:pt x="12770" y="26700"/>
                  </a:lnTo>
                  <a:lnTo>
                    <a:pt x="11787" y="26790"/>
                  </a:lnTo>
                  <a:lnTo>
                    <a:pt x="10716" y="26700"/>
                  </a:lnTo>
                  <a:lnTo>
                    <a:pt x="9733" y="26522"/>
                  </a:lnTo>
                  <a:lnTo>
                    <a:pt x="8840" y="26165"/>
                  </a:lnTo>
                  <a:lnTo>
                    <a:pt x="8037" y="25718"/>
                  </a:lnTo>
                  <a:lnTo>
                    <a:pt x="7412" y="25093"/>
                  </a:lnTo>
                  <a:lnTo>
                    <a:pt x="6876" y="24468"/>
                  </a:lnTo>
                  <a:lnTo>
                    <a:pt x="6429" y="23664"/>
                  </a:lnTo>
                  <a:lnTo>
                    <a:pt x="6072" y="22861"/>
                  </a:lnTo>
                  <a:lnTo>
                    <a:pt x="5804" y="21878"/>
                  </a:lnTo>
                  <a:lnTo>
                    <a:pt x="5626" y="20539"/>
                  </a:lnTo>
                  <a:lnTo>
                    <a:pt x="5536" y="18574"/>
                  </a:lnTo>
                  <a:lnTo>
                    <a:pt x="5447" y="15806"/>
                  </a:lnTo>
                  <a:lnTo>
                    <a:pt x="5536" y="13038"/>
                  </a:lnTo>
                  <a:lnTo>
                    <a:pt x="5626" y="11163"/>
                  </a:lnTo>
                  <a:lnTo>
                    <a:pt x="5804" y="9823"/>
                  </a:lnTo>
                  <a:lnTo>
                    <a:pt x="6072" y="8841"/>
                  </a:lnTo>
                  <a:lnTo>
                    <a:pt x="6429" y="7948"/>
                  </a:lnTo>
                  <a:lnTo>
                    <a:pt x="6876" y="7145"/>
                  </a:lnTo>
                  <a:lnTo>
                    <a:pt x="7412" y="6520"/>
                  </a:lnTo>
                  <a:lnTo>
                    <a:pt x="8037" y="5894"/>
                  </a:lnTo>
                  <a:lnTo>
                    <a:pt x="8840" y="5537"/>
                  </a:lnTo>
                  <a:lnTo>
                    <a:pt x="9733" y="5180"/>
                  </a:lnTo>
                  <a:lnTo>
                    <a:pt x="10716" y="5001"/>
                  </a:lnTo>
                  <a:lnTo>
                    <a:pt x="11787" y="4912"/>
                  </a:lnTo>
                  <a:lnTo>
                    <a:pt x="12859" y="5001"/>
                  </a:lnTo>
                  <a:lnTo>
                    <a:pt x="13841" y="5180"/>
                  </a:lnTo>
                  <a:lnTo>
                    <a:pt x="14645" y="5448"/>
                  </a:lnTo>
                  <a:lnTo>
                    <a:pt x="15448" y="5894"/>
                  </a:lnTo>
                  <a:lnTo>
                    <a:pt x="16163" y="6430"/>
                  </a:lnTo>
                  <a:lnTo>
                    <a:pt x="16788" y="7145"/>
                  </a:lnTo>
                  <a:lnTo>
                    <a:pt x="17413" y="7859"/>
                  </a:lnTo>
                  <a:lnTo>
                    <a:pt x="17949" y="8663"/>
                  </a:lnTo>
                  <a:lnTo>
                    <a:pt x="18217" y="8930"/>
                  </a:lnTo>
                  <a:lnTo>
                    <a:pt x="18485" y="9020"/>
                  </a:lnTo>
                  <a:lnTo>
                    <a:pt x="22324" y="7055"/>
                  </a:lnTo>
                  <a:lnTo>
                    <a:pt x="22414" y="6877"/>
                  </a:lnTo>
                  <a:lnTo>
                    <a:pt x="22503" y="6698"/>
                  </a:lnTo>
                  <a:lnTo>
                    <a:pt x="22503" y="6609"/>
                  </a:lnTo>
                  <a:lnTo>
                    <a:pt x="22414" y="6430"/>
                  </a:lnTo>
                  <a:lnTo>
                    <a:pt x="22146" y="5805"/>
                  </a:lnTo>
                  <a:lnTo>
                    <a:pt x="21878" y="5180"/>
                  </a:lnTo>
                  <a:lnTo>
                    <a:pt x="21521" y="4644"/>
                  </a:lnTo>
                  <a:lnTo>
                    <a:pt x="21074" y="4019"/>
                  </a:lnTo>
                  <a:lnTo>
                    <a:pt x="20538" y="3483"/>
                  </a:lnTo>
                  <a:lnTo>
                    <a:pt x="20003" y="2948"/>
                  </a:lnTo>
                  <a:lnTo>
                    <a:pt x="19467" y="2412"/>
                  </a:lnTo>
                  <a:lnTo>
                    <a:pt x="18752" y="1965"/>
                  </a:lnTo>
                  <a:lnTo>
                    <a:pt x="18127" y="1519"/>
                  </a:lnTo>
                  <a:lnTo>
                    <a:pt x="17324" y="1162"/>
                  </a:lnTo>
                  <a:lnTo>
                    <a:pt x="16520" y="805"/>
                  </a:lnTo>
                  <a:lnTo>
                    <a:pt x="15716" y="537"/>
                  </a:lnTo>
                  <a:lnTo>
                    <a:pt x="14823" y="358"/>
                  </a:lnTo>
                  <a:lnTo>
                    <a:pt x="13841" y="180"/>
                  </a:lnTo>
                  <a:lnTo>
                    <a:pt x="12859" y="90"/>
                  </a:lnTo>
                  <a:lnTo>
                    <a:pt x="11787" y="1"/>
                  </a:lnTo>
                  <a:close/>
                </a:path>
              </a:pathLst>
            </a:custGeom>
            <a:solidFill>
              <a:srgbClr val="0011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2" name="Google Shape;132;p58"/>
            <p:cNvSpPr/>
            <p:nvPr/>
          </p:nvSpPr>
          <p:spPr>
            <a:xfrm>
              <a:off x="4986475" y="2481325"/>
              <a:ext cx="129500" cy="761275"/>
            </a:xfrm>
            <a:custGeom>
              <a:avLst/>
              <a:gdLst/>
              <a:ahLst/>
              <a:cxnLst/>
              <a:rect l="l" t="t" r="r" b="b"/>
              <a:pathLst>
                <a:path w="5180" h="30451" extrusionOk="0">
                  <a:moveTo>
                    <a:pt x="447" y="1"/>
                  </a:moveTo>
                  <a:lnTo>
                    <a:pt x="268" y="90"/>
                  </a:lnTo>
                  <a:lnTo>
                    <a:pt x="90" y="179"/>
                  </a:lnTo>
                  <a:lnTo>
                    <a:pt x="0" y="269"/>
                  </a:lnTo>
                  <a:lnTo>
                    <a:pt x="0" y="447"/>
                  </a:lnTo>
                  <a:lnTo>
                    <a:pt x="0" y="30004"/>
                  </a:lnTo>
                  <a:lnTo>
                    <a:pt x="0" y="30183"/>
                  </a:lnTo>
                  <a:lnTo>
                    <a:pt x="90" y="30361"/>
                  </a:lnTo>
                  <a:lnTo>
                    <a:pt x="268" y="30450"/>
                  </a:lnTo>
                  <a:lnTo>
                    <a:pt x="4912" y="30450"/>
                  </a:lnTo>
                  <a:lnTo>
                    <a:pt x="5090" y="30361"/>
                  </a:lnTo>
                  <a:lnTo>
                    <a:pt x="5180" y="30183"/>
                  </a:lnTo>
                  <a:lnTo>
                    <a:pt x="5180" y="30004"/>
                  </a:lnTo>
                  <a:lnTo>
                    <a:pt x="5180" y="447"/>
                  </a:lnTo>
                  <a:lnTo>
                    <a:pt x="5180" y="269"/>
                  </a:lnTo>
                  <a:lnTo>
                    <a:pt x="5090" y="179"/>
                  </a:lnTo>
                  <a:lnTo>
                    <a:pt x="4912" y="90"/>
                  </a:lnTo>
                  <a:lnTo>
                    <a:pt x="4733" y="1"/>
                  </a:lnTo>
                  <a:close/>
                </a:path>
              </a:pathLst>
            </a:custGeom>
            <a:solidFill>
              <a:srgbClr val="0011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3" name="Google Shape;133;p58"/>
            <p:cNvSpPr/>
            <p:nvPr/>
          </p:nvSpPr>
          <p:spPr>
            <a:xfrm>
              <a:off x="5707550" y="2472400"/>
              <a:ext cx="582675" cy="783600"/>
            </a:xfrm>
            <a:custGeom>
              <a:avLst/>
              <a:gdLst/>
              <a:ahLst/>
              <a:cxnLst/>
              <a:rect l="l" t="t" r="r" b="b"/>
              <a:pathLst>
                <a:path w="23307" h="31344" extrusionOk="0">
                  <a:moveTo>
                    <a:pt x="11609" y="4733"/>
                  </a:moveTo>
                  <a:lnTo>
                    <a:pt x="12770" y="4822"/>
                  </a:lnTo>
                  <a:lnTo>
                    <a:pt x="13752" y="5001"/>
                  </a:lnTo>
                  <a:lnTo>
                    <a:pt x="14556" y="5358"/>
                  </a:lnTo>
                  <a:lnTo>
                    <a:pt x="15359" y="5715"/>
                  </a:lnTo>
                  <a:lnTo>
                    <a:pt x="15984" y="6341"/>
                  </a:lnTo>
                  <a:lnTo>
                    <a:pt x="16610" y="6966"/>
                  </a:lnTo>
                  <a:lnTo>
                    <a:pt x="17056" y="7769"/>
                  </a:lnTo>
                  <a:lnTo>
                    <a:pt x="17413" y="8662"/>
                  </a:lnTo>
                  <a:lnTo>
                    <a:pt x="17681" y="9644"/>
                  </a:lnTo>
                  <a:lnTo>
                    <a:pt x="17860" y="10984"/>
                  </a:lnTo>
                  <a:lnTo>
                    <a:pt x="17949" y="12859"/>
                  </a:lnTo>
                  <a:lnTo>
                    <a:pt x="17949" y="15627"/>
                  </a:lnTo>
                  <a:lnTo>
                    <a:pt x="17949" y="18395"/>
                  </a:lnTo>
                  <a:lnTo>
                    <a:pt x="17860" y="20360"/>
                  </a:lnTo>
                  <a:lnTo>
                    <a:pt x="17681" y="21699"/>
                  </a:lnTo>
                  <a:lnTo>
                    <a:pt x="17413" y="22682"/>
                  </a:lnTo>
                  <a:lnTo>
                    <a:pt x="17056" y="23485"/>
                  </a:lnTo>
                  <a:lnTo>
                    <a:pt x="16610" y="24289"/>
                  </a:lnTo>
                  <a:lnTo>
                    <a:pt x="15984" y="24914"/>
                  </a:lnTo>
                  <a:lnTo>
                    <a:pt x="15359" y="25539"/>
                  </a:lnTo>
                  <a:lnTo>
                    <a:pt x="14556" y="25986"/>
                  </a:lnTo>
                  <a:lnTo>
                    <a:pt x="13752" y="26343"/>
                  </a:lnTo>
                  <a:lnTo>
                    <a:pt x="12770" y="26521"/>
                  </a:lnTo>
                  <a:lnTo>
                    <a:pt x="11609" y="26611"/>
                  </a:lnTo>
                  <a:lnTo>
                    <a:pt x="10537" y="26521"/>
                  </a:lnTo>
                  <a:lnTo>
                    <a:pt x="9555" y="26343"/>
                  </a:lnTo>
                  <a:lnTo>
                    <a:pt x="8751" y="25986"/>
                  </a:lnTo>
                  <a:lnTo>
                    <a:pt x="8037" y="25539"/>
                  </a:lnTo>
                  <a:lnTo>
                    <a:pt x="7412" y="24914"/>
                  </a:lnTo>
                  <a:lnTo>
                    <a:pt x="6876" y="24289"/>
                  </a:lnTo>
                  <a:lnTo>
                    <a:pt x="6430" y="23485"/>
                  </a:lnTo>
                  <a:lnTo>
                    <a:pt x="6073" y="22682"/>
                  </a:lnTo>
                  <a:lnTo>
                    <a:pt x="5805" y="21699"/>
                  </a:lnTo>
                  <a:lnTo>
                    <a:pt x="5626" y="20360"/>
                  </a:lnTo>
                  <a:lnTo>
                    <a:pt x="5537" y="18395"/>
                  </a:lnTo>
                  <a:lnTo>
                    <a:pt x="5447" y="15627"/>
                  </a:lnTo>
                  <a:lnTo>
                    <a:pt x="5537" y="12859"/>
                  </a:lnTo>
                  <a:lnTo>
                    <a:pt x="5626" y="10984"/>
                  </a:lnTo>
                  <a:lnTo>
                    <a:pt x="5805" y="9644"/>
                  </a:lnTo>
                  <a:lnTo>
                    <a:pt x="6073" y="8662"/>
                  </a:lnTo>
                  <a:lnTo>
                    <a:pt x="6430" y="7769"/>
                  </a:lnTo>
                  <a:lnTo>
                    <a:pt x="6876" y="7055"/>
                  </a:lnTo>
                  <a:lnTo>
                    <a:pt x="7412" y="6341"/>
                  </a:lnTo>
                  <a:lnTo>
                    <a:pt x="8037" y="5805"/>
                  </a:lnTo>
                  <a:lnTo>
                    <a:pt x="8841" y="5358"/>
                  </a:lnTo>
                  <a:lnTo>
                    <a:pt x="9644" y="5001"/>
                  </a:lnTo>
                  <a:lnTo>
                    <a:pt x="10627" y="4822"/>
                  </a:lnTo>
                  <a:lnTo>
                    <a:pt x="11609" y="4733"/>
                  </a:lnTo>
                  <a:close/>
                  <a:moveTo>
                    <a:pt x="10627" y="1"/>
                  </a:moveTo>
                  <a:lnTo>
                    <a:pt x="9734" y="90"/>
                  </a:lnTo>
                  <a:lnTo>
                    <a:pt x="8841" y="268"/>
                  </a:lnTo>
                  <a:lnTo>
                    <a:pt x="7948" y="447"/>
                  </a:lnTo>
                  <a:lnTo>
                    <a:pt x="7055" y="715"/>
                  </a:lnTo>
                  <a:lnTo>
                    <a:pt x="6340" y="983"/>
                  </a:lnTo>
                  <a:lnTo>
                    <a:pt x="5537" y="1340"/>
                  </a:lnTo>
                  <a:lnTo>
                    <a:pt x="4822" y="1786"/>
                  </a:lnTo>
                  <a:lnTo>
                    <a:pt x="4197" y="2233"/>
                  </a:lnTo>
                  <a:lnTo>
                    <a:pt x="3572" y="2769"/>
                  </a:lnTo>
                  <a:lnTo>
                    <a:pt x="2947" y="3394"/>
                  </a:lnTo>
                  <a:lnTo>
                    <a:pt x="2411" y="4019"/>
                  </a:lnTo>
                  <a:lnTo>
                    <a:pt x="1965" y="4733"/>
                  </a:lnTo>
                  <a:lnTo>
                    <a:pt x="1518" y="5537"/>
                  </a:lnTo>
                  <a:lnTo>
                    <a:pt x="1161" y="6341"/>
                  </a:lnTo>
                  <a:lnTo>
                    <a:pt x="893" y="7233"/>
                  </a:lnTo>
                  <a:lnTo>
                    <a:pt x="447" y="8751"/>
                  </a:lnTo>
                  <a:lnTo>
                    <a:pt x="179" y="10448"/>
                  </a:lnTo>
                  <a:lnTo>
                    <a:pt x="90" y="12591"/>
                  </a:lnTo>
                  <a:lnTo>
                    <a:pt x="0" y="15627"/>
                  </a:lnTo>
                  <a:lnTo>
                    <a:pt x="90" y="18753"/>
                  </a:lnTo>
                  <a:lnTo>
                    <a:pt x="268" y="20985"/>
                  </a:lnTo>
                  <a:lnTo>
                    <a:pt x="536" y="22682"/>
                  </a:lnTo>
                  <a:lnTo>
                    <a:pt x="893" y="24110"/>
                  </a:lnTo>
                  <a:lnTo>
                    <a:pt x="1161" y="24914"/>
                  </a:lnTo>
                  <a:lnTo>
                    <a:pt x="1518" y="25718"/>
                  </a:lnTo>
                  <a:lnTo>
                    <a:pt x="1965" y="26521"/>
                  </a:lnTo>
                  <a:lnTo>
                    <a:pt x="2501" y="27236"/>
                  </a:lnTo>
                  <a:lnTo>
                    <a:pt x="3036" y="27861"/>
                  </a:lnTo>
                  <a:lnTo>
                    <a:pt x="3572" y="28486"/>
                  </a:lnTo>
                  <a:lnTo>
                    <a:pt x="4197" y="29022"/>
                  </a:lnTo>
                  <a:lnTo>
                    <a:pt x="4912" y="29468"/>
                  </a:lnTo>
                  <a:lnTo>
                    <a:pt x="5626" y="29915"/>
                  </a:lnTo>
                  <a:lnTo>
                    <a:pt x="6340" y="30272"/>
                  </a:lnTo>
                  <a:lnTo>
                    <a:pt x="7144" y="30629"/>
                  </a:lnTo>
                  <a:lnTo>
                    <a:pt x="7948" y="30897"/>
                  </a:lnTo>
                  <a:lnTo>
                    <a:pt x="8841" y="31075"/>
                  </a:lnTo>
                  <a:lnTo>
                    <a:pt x="9734" y="31254"/>
                  </a:lnTo>
                  <a:lnTo>
                    <a:pt x="10716" y="31343"/>
                  </a:lnTo>
                  <a:lnTo>
                    <a:pt x="12591" y="31343"/>
                  </a:lnTo>
                  <a:lnTo>
                    <a:pt x="13573" y="31254"/>
                  </a:lnTo>
                  <a:lnTo>
                    <a:pt x="14466" y="31075"/>
                  </a:lnTo>
                  <a:lnTo>
                    <a:pt x="15359" y="30897"/>
                  </a:lnTo>
                  <a:lnTo>
                    <a:pt x="16163" y="30629"/>
                  </a:lnTo>
                  <a:lnTo>
                    <a:pt x="16967" y="30272"/>
                  </a:lnTo>
                  <a:lnTo>
                    <a:pt x="17770" y="29915"/>
                  </a:lnTo>
                  <a:lnTo>
                    <a:pt x="18485" y="29468"/>
                  </a:lnTo>
                  <a:lnTo>
                    <a:pt x="19110" y="29022"/>
                  </a:lnTo>
                  <a:lnTo>
                    <a:pt x="19735" y="28486"/>
                  </a:lnTo>
                  <a:lnTo>
                    <a:pt x="20360" y="27861"/>
                  </a:lnTo>
                  <a:lnTo>
                    <a:pt x="20807" y="27236"/>
                  </a:lnTo>
                  <a:lnTo>
                    <a:pt x="21342" y="26521"/>
                  </a:lnTo>
                  <a:lnTo>
                    <a:pt x="21789" y="25718"/>
                  </a:lnTo>
                  <a:lnTo>
                    <a:pt x="22146" y="24914"/>
                  </a:lnTo>
                  <a:lnTo>
                    <a:pt x="22414" y="24110"/>
                  </a:lnTo>
                  <a:lnTo>
                    <a:pt x="22860" y="22592"/>
                  </a:lnTo>
                  <a:lnTo>
                    <a:pt x="23128" y="20896"/>
                  </a:lnTo>
                  <a:lnTo>
                    <a:pt x="23218" y="18753"/>
                  </a:lnTo>
                  <a:lnTo>
                    <a:pt x="23307" y="15627"/>
                  </a:lnTo>
                  <a:lnTo>
                    <a:pt x="23218" y="12591"/>
                  </a:lnTo>
                  <a:lnTo>
                    <a:pt x="23039" y="10359"/>
                  </a:lnTo>
                  <a:lnTo>
                    <a:pt x="22771" y="8662"/>
                  </a:lnTo>
                  <a:lnTo>
                    <a:pt x="22414" y="7233"/>
                  </a:lnTo>
                  <a:lnTo>
                    <a:pt x="22146" y="6430"/>
                  </a:lnTo>
                  <a:lnTo>
                    <a:pt x="21789" y="5626"/>
                  </a:lnTo>
                  <a:lnTo>
                    <a:pt x="21342" y="4822"/>
                  </a:lnTo>
                  <a:lnTo>
                    <a:pt x="20807" y="4108"/>
                  </a:lnTo>
                  <a:lnTo>
                    <a:pt x="20360" y="3483"/>
                  </a:lnTo>
                  <a:lnTo>
                    <a:pt x="19735" y="2858"/>
                  </a:lnTo>
                  <a:lnTo>
                    <a:pt x="19110" y="2322"/>
                  </a:lnTo>
                  <a:lnTo>
                    <a:pt x="18485" y="1876"/>
                  </a:lnTo>
                  <a:lnTo>
                    <a:pt x="17770" y="1429"/>
                  </a:lnTo>
                  <a:lnTo>
                    <a:pt x="16967" y="983"/>
                  </a:lnTo>
                  <a:lnTo>
                    <a:pt x="16163" y="715"/>
                  </a:lnTo>
                  <a:lnTo>
                    <a:pt x="15359" y="447"/>
                  </a:lnTo>
                  <a:lnTo>
                    <a:pt x="14466" y="268"/>
                  </a:lnTo>
                  <a:lnTo>
                    <a:pt x="13573" y="90"/>
                  </a:lnTo>
                  <a:lnTo>
                    <a:pt x="12591" y="1"/>
                  </a:lnTo>
                  <a:close/>
                </a:path>
              </a:pathLst>
            </a:custGeom>
            <a:solidFill>
              <a:srgbClr val="0011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4" name="Google Shape;134;p58"/>
            <p:cNvSpPr/>
            <p:nvPr/>
          </p:nvSpPr>
          <p:spPr>
            <a:xfrm>
              <a:off x="6817050" y="2481325"/>
              <a:ext cx="564825" cy="761275"/>
            </a:xfrm>
            <a:custGeom>
              <a:avLst/>
              <a:gdLst/>
              <a:ahLst/>
              <a:cxnLst/>
              <a:rect l="l" t="t" r="r" b="b"/>
              <a:pathLst>
                <a:path w="22593" h="30451" extrusionOk="0">
                  <a:moveTo>
                    <a:pt x="626" y="1"/>
                  </a:moveTo>
                  <a:lnTo>
                    <a:pt x="447" y="90"/>
                  </a:lnTo>
                  <a:lnTo>
                    <a:pt x="269" y="179"/>
                  </a:lnTo>
                  <a:lnTo>
                    <a:pt x="180" y="269"/>
                  </a:lnTo>
                  <a:lnTo>
                    <a:pt x="180" y="447"/>
                  </a:lnTo>
                  <a:lnTo>
                    <a:pt x="180" y="30004"/>
                  </a:lnTo>
                  <a:lnTo>
                    <a:pt x="1" y="30004"/>
                  </a:lnTo>
                  <a:lnTo>
                    <a:pt x="90" y="30183"/>
                  </a:lnTo>
                  <a:lnTo>
                    <a:pt x="180" y="30361"/>
                  </a:lnTo>
                  <a:lnTo>
                    <a:pt x="269" y="30450"/>
                  </a:lnTo>
                  <a:lnTo>
                    <a:pt x="4555" y="30450"/>
                  </a:lnTo>
                  <a:lnTo>
                    <a:pt x="4734" y="30361"/>
                  </a:lnTo>
                  <a:lnTo>
                    <a:pt x="4823" y="30183"/>
                  </a:lnTo>
                  <a:lnTo>
                    <a:pt x="4823" y="30004"/>
                  </a:lnTo>
                  <a:lnTo>
                    <a:pt x="4823" y="9020"/>
                  </a:lnTo>
                  <a:lnTo>
                    <a:pt x="4912" y="9020"/>
                  </a:lnTo>
                  <a:lnTo>
                    <a:pt x="17414" y="30004"/>
                  </a:lnTo>
                  <a:lnTo>
                    <a:pt x="17503" y="30183"/>
                  </a:lnTo>
                  <a:lnTo>
                    <a:pt x="17682" y="30361"/>
                  </a:lnTo>
                  <a:lnTo>
                    <a:pt x="17860" y="30450"/>
                  </a:lnTo>
                  <a:lnTo>
                    <a:pt x="22325" y="30450"/>
                  </a:lnTo>
                  <a:lnTo>
                    <a:pt x="22504" y="30361"/>
                  </a:lnTo>
                  <a:lnTo>
                    <a:pt x="22593" y="30183"/>
                  </a:lnTo>
                  <a:lnTo>
                    <a:pt x="22593" y="30004"/>
                  </a:lnTo>
                  <a:lnTo>
                    <a:pt x="22593" y="447"/>
                  </a:lnTo>
                  <a:lnTo>
                    <a:pt x="22593" y="269"/>
                  </a:lnTo>
                  <a:lnTo>
                    <a:pt x="22504" y="179"/>
                  </a:lnTo>
                  <a:lnTo>
                    <a:pt x="22325" y="90"/>
                  </a:lnTo>
                  <a:lnTo>
                    <a:pt x="22147" y="1"/>
                  </a:lnTo>
                  <a:lnTo>
                    <a:pt x="18396" y="1"/>
                  </a:lnTo>
                  <a:lnTo>
                    <a:pt x="18217" y="90"/>
                  </a:lnTo>
                  <a:lnTo>
                    <a:pt x="18039" y="179"/>
                  </a:lnTo>
                  <a:lnTo>
                    <a:pt x="18039" y="269"/>
                  </a:lnTo>
                  <a:lnTo>
                    <a:pt x="17950" y="447"/>
                  </a:lnTo>
                  <a:lnTo>
                    <a:pt x="17950" y="21432"/>
                  </a:lnTo>
                  <a:lnTo>
                    <a:pt x="17860" y="21432"/>
                  </a:lnTo>
                  <a:lnTo>
                    <a:pt x="5359" y="447"/>
                  </a:lnTo>
                  <a:lnTo>
                    <a:pt x="5269" y="269"/>
                  </a:lnTo>
                  <a:lnTo>
                    <a:pt x="5091" y="179"/>
                  </a:lnTo>
                  <a:lnTo>
                    <a:pt x="4912" y="90"/>
                  </a:lnTo>
                  <a:lnTo>
                    <a:pt x="4644" y="1"/>
                  </a:lnTo>
                  <a:close/>
                </a:path>
              </a:pathLst>
            </a:custGeom>
            <a:solidFill>
              <a:srgbClr val="0011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5" name="Google Shape;135;p58"/>
            <p:cNvSpPr/>
            <p:nvPr/>
          </p:nvSpPr>
          <p:spPr>
            <a:xfrm>
              <a:off x="238125" y="2226850"/>
              <a:ext cx="1261325" cy="1261300"/>
            </a:xfrm>
            <a:custGeom>
              <a:avLst/>
              <a:gdLst/>
              <a:ahLst/>
              <a:cxnLst/>
              <a:rect l="l" t="t" r="r" b="b"/>
              <a:pathLst>
                <a:path w="50453" h="50452" extrusionOk="0">
                  <a:moveTo>
                    <a:pt x="23932" y="0"/>
                  </a:moveTo>
                  <a:lnTo>
                    <a:pt x="22681" y="89"/>
                  </a:lnTo>
                  <a:lnTo>
                    <a:pt x="21431" y="268"/>
                  </a:lnTo>
                  <a:lnTo>
                    <a:pt x="20181" y="536"/>
                  </a:lnTo>
                  <a:lnTo>
                    <a:pt x="18931" y="804"/>
                  </a:lnTo>
                  <a:lnTo>
                    <a:pt x="17770" y="1161"/>
                  </a:lnTo>
                  <a:lnTo>
                    <a:pt x="16609" y="1518"/>
                  </a:lnTo>
                  <a:lnTo>
                    <a:pt x="15448" y="1965"/>
                  </a:lnTo>
                  <a:lnTo>
                    <a:pt x="14288" y="2500"/>
                  </a:lnTo>
                  <a:lnTo>
                    <a:pt x="13216" y="3036"/>
                  </a:lnTo>
                  <a:lnTo>
                    <a:pt x="12144" y="3661"/>
                  </a:lnTo>
                  <a:lnTo>
                    <a:pt x="11162" y="4286"/>
                  </a:lnTo>
                  <a:lnTo>
                    <a:pt x="10180" y="5001"/>
                  </a:lnTo>
                  <a:lnTo>
                    <a:pt x="9198" y="5804"/>
                  </a:lnTo>
                  <a:lnTo>
                    <a:pt x="8305" y="6608"/>
                  </a:lnTo>
                  <a:lnTo>
                    <a:pt x="7412" y="7412"/>
                  </a:lnTo>
                  <a:lnTo>
                    <a:pt x="6608" y="8304"/>
                  </a:lnTo>
                  <a:lnTo>
                    <a:pt x="5804" y="9197"/>
                  </a:lnTo>
                  <a:lnTo>
                    <a:pt x="5001" y="10180"/>
                  </a:lnTo>
                  <a:lnTo>
                    <a:pt x="4286" y="11162"/>
                  </a:lnTo>
                  <a:lnTo>
                    <a:pt x="3661" y="12144"/>
                  </a:lnTo>
                  <a:lnTo>
                    <a:pt x="3036" y="13216"/>
                  </a:lnTo>
                  <a:lnTo>
                    <a:pt x="2500" y="14287"/>
                  </a:lnTo>
                  <a:lnTo>
                    <a:pt x="1965" y="15448"/>
                  </a:lnTo>
                  <a:lnTo>
                    <a:pt x="1518" y="16520"/>
                  </a:lnTo>
                  <a:lnTo>
                    <a:pt x="1161" y="17770"/>
                  </a:lnTo>
                  <a:lnTo>
                    <a:pt x="804" y="18931"/>
                  </a:lnTo>
                  <a:lnTo>
                    <a:pt x="536" y="20181"/>
                  </a:lnTo>
                  <a:lnTo>
                    <a:pt x="268" y="21342"/>
                  </a:lnTo>
                  <a:lnTo>
                    <a:pt x="89" y="22681"/>
                  </a:lnTo>
                  <a:lnTo>
                    <a:pt x="0" y="23931"/>
                  </a:lnTo>
                  <a:lnTo>
                    <a:pt x="0" y="25181"/>
                  </a:lnTo>
                  <a:lnTo>
                    <a:pt x="0" y="26521"/>
                  </a:lnTo>
                  <a:lnTo>
                    <a:pt x="89" y="27771"/>
                  </a:lnTo>
                  <a:lnTo>
                    <a:pt x="268" y="29021"/>
                  </a:lnTo>
                  <a:lnTo>
                    <a:pt x="536" y="30271"/>
                  </a:lnTo>
                  <a:lnTo>
                    <a:pt x="804" y="31521"/>
                  </a:lnTo>
                  <a:lnTo>
                    <a:pt x="1161" y="32682"/>
                  </a:lnTo>
                  <a:lnTo>
                    <a:pt x="1518" y="33843"/>
                  </a:lnTo>
                  <a:lnTo>
                    <a:pt x="1965" y="35004"/>
                  </a:lnTo>
                  <a:lnTo>
                    <a:pt x="2500" y="36075"/>
                  </a:lnTo>
                  <a:lnTo>
                    <a:pt x="3036" y="37236"/>
                  </a:lnTo>
                  <a:lnTo>
                    <a:pt x="3661" y="38219"/>
                  </a:lnTo>
                  <a:lnTo>
                    <a:pt x="4286" y="39290"/>
                  </a:lnTo>
                  <a:lnTo>
                    <a:pt x="5001" y="40272"/>
                  </a:lnTo>
                  <a:lnTo>
                    <a:pt x="5804" y="41255"/>
                  </a:lnTo>
                  <a:lnTo>
                    <a:pt x="6608" y="42148"/>
                  </a:lnTo>
                  <a:lnTo>
                    <a:pt x="7412" y="43040"/>
                  </a:lnTo>
                  <a:lnTo>
                    <a:pt x="8305" y="43844"/>
                  </a:lnTo>
                  <a:lnTo>
                    <a:pt x="9198" y="44648"/>
                  </a:lnTo>
                  <a:lnTo>
                    <a:pt x="10180" y="45362"/>
                  </a:lnTo>
                  <a:lnTo>
                    <a:pt x="11162" y="46077"/>
                  </a:lnTo>
                  <a:lnTo>
                    <a:pt x="12144" y="46791"/>
                  </a:lnTo>
                  <a:lnTo>
                    <a:pt x="13216" y="47327"/>
                  </a:lnTo>
                  <a:lnTo>
                    <a:pt x="14288" y="47952"/>
                  </a:lnTo>
                  <a:lnTo>
                    <a:pt x="15448" y="48398"/>
                  </a:lnTo>
                  <a:lnTo>
                    <a:pt x="16609" y="48845"/>
                  </a:lnTo>
                  <a:lnTo>
                    <a:pt x="17770" y="49291"/>
                  </a:lnTo>
                  <a:lnTo>
                    <a:pt x="18931" y="49648"/>
                  </a:lnTo>
                  <a:lnTo>
                    <a:pt x="20181" y="49916"/>
                  </a:lnTo>
                  <a:lnTo>
                    <a:pt x="21431" y="50095"/>
                  </a:lnTo>
                  <a:lnTo>
                    <a:pt x="22681" y="50273"/>
                  </a:lnTo>
                  <a:lnTo>
                    <a:pt x="23932" y="50363"/>
                  </a:lnTo>
                  <a:lnTo>
                    <a:pt x="25182" y="50452"/>
                  </a:lnTo>
                  <a:lnTo>
                    <a:pt x="26521" y="50363"/>
                  </a:lnTo>
                  <a:lnTo>
                    <a:pt x="27771" y="50273"/>
                  </a:lnTo>
                  <a:lnTo>
                    <a:pt x="29021" y="50095"/>
                  </a:lnTo>
                  <a:lnTo>
                    <a:pt x="30272" y="49916"/>
                  </a:lnTo>
                  <a:lnTo>
                    <a:pt x="31522" y="49648"/>
                  </a:lnTo>
                  <a:lnTo>
                    <a:pt x="32683" y="49291"/>
                  </a:lnTo>
                  <a:lnTo>
                    <a:pt x="33844" y="48845"/>
                  </a:lnTo>
                  <a:lnTo>
                    <a:pt x="35004" y="48398"/>
                  </a:lnTo>
                  <a:lnTo>
                    <a:pt x="36165" y="47952"/>
                  </a:lnTo>
                  <a:lnTo>
                    <a:pt x="37237" y="47327"/>
                  </a:lnTo>
                  <a:lnTo>
                    <a:pt x="38219" y="46791"/>
                  </a:lnTo>
                  <a:lnTo>
                    <a:pt x="39291" y="46077"/>
                  </a:lnTo>
                  <a:lnTo>
                    <a:pt x="40273" y="45362"/>
                  </a:lnTo>
                  <a:lnTo>
                    <a:pt x="41255" y="44648"/>
                  </a:lnTo>
                  <a:lnTo>
                    <a:pt x="42148" y="43844"/>
                  </a:lnTo>
                  <a:lnTo>
                    <a:pt x="43041" y="43040"/>
                  </a:lnTo>
                  <a:lnTo>
                    <a:pt x="43845" y="42148"/>
                  </a:lnTo>
                  <a:lnTo>
                    <a:pt x="44648" y="41255"/>
                  </a:lnTo>
                  <a:lnTo>
                    <a:pt x="45363" y="40272"/>
                  </a:lnTo>
                  <a:lnTo>
                    <a:pt x="46077" y="39290"/>
                  </a:lnTo>
                  <a:lnTo>
                    <a:pt x="46792" y="38219"/>
                  </a:lnTo>
                  <a:lnTo>
                    <a:pt x="47417" y="37236"/>
                  </a:lnTo>
                  <a:lnTo>
                    <a:pt x="47952" y="36075"/>
                  </a:lnTo>
                  <a:lnTo>
                    <a:pt x="48399" y="35004"/>
                  </a:lnTo>
                  <a:lnTo>
                    <a:pt x="48935" y="33843"/>
                  </a:lnTo>
                  <a:lnTo>
                    <a:pt x="49292" y="32682"/>
                  </a:lnTo>
                  <a:lnTo>
                    <a:pt x="49649" y="31521"/>
                  </a:lnTo>
                  <a:lnTo>
                    <a:pt x="49917" y="30271"/>
                  </a:lnTo>
                  <a:lnTo>
                    <a:pt x="50096" y="29021"/>
                  </a:lnTo>
                  <a:lnTo>
                    <a:pt x="50274" y="27771"/>
                  </a:lnTo>
                  <a:lnTo>
                    <a:pt x="50363" y="26521"/>
                  </a:lnTo>
                  <a:lnTo>
                    <a:pt x="50453" y="25181"/>
                  </a:lnTo>
                  <a:lnTo>
                    <a:pt x="50363" y="23931"/>
                  </a:lnTo>
                  <a:lnTo>
                    <a:pt x="50274" y="22681"/>
                  </a:lnTo>
                  <a:lnTo>
                    <a:pt x="50096" y="21342"/>
                  </a:lnTo>
                  <a:lnTo>
                    <a:pt x="49917" y="20181"/>
                  </a:lnTo>
                  <a:lnTo>
                    <a:pt x="49649" y="18931"/>
                  </a:lnTo>
                  <a:lnTo>
                    <a:pt x="49292" y="17770"/>
                  </a:lnTo>
                  <a:lnTo>
                    <a:pt x="48935" y="16520"/>
                  </a:lnTo>
                  <a:lnTo>
                    <a:pt x="48399" y="15448"/>
                  </a:lnTo>
                  <a:lnTo>
                    <a:pt x="47952" y="14287"/>
                  </a:lnTo>
                  <a:lnTo>
                    <a:pt x="47417" y="13216"/>
                  </a:lnTo>
                  <a:lnTo>
                    <a:pt x="46792" y="12144"/>
                  </a:lnTo>
                  <a:lnTo>
                    <a:pt x="46077" y="11162"/>
                  </a:lnTo>
                  <a:lnTo>
                    <a:pt x="45363" y="10180"/>
                  </a:lnTo>
                  <a:lnTo>
                    <a:pt x="44648" y="9197"/>
                  </a:lnTo>
                  <a:lnTo>
                    <a:pt x="43845" y="8304"/>
                  </a:lnTo>
                  <a:lnTo>
                    <a:pt x="43041" y="7412"/>
                  </a:lnTo>
                  <a:lnTo>
                    <a:pt x="42148" y="6608"/>
                  </a:lnTo>
                  <a:lnTo>
                    <a:pt x="41255" y="5804"/>
                  </a:lnTo>
                  <a:lnTo>
                    <a:pt x="40273" y="5001"/>
                  </a:lnTo>
                  <a:lnTo>
                    <a:pt x="39291" y="4286"/>
                  </a:lnTo>
                  <a:lnTo>
                    <a:pt x="38219" y="3661"/>
                  </a:lnTo>
                  <a:lnTo>
                    <a:pt x="37237" y="3036"/>
                  </a:lnTo>
                  <a:lnTo>
                    <a:pt x="36165" y="2500"/>
                  </a:lnTo>
                  <a:lnTo>
                    <a:pt x="35004" y="1965"/>
                  </a:lnTo>
                  <a:lnTo>
                    <a:pt x="33844" y="1518"/>
                  </a:lnTo>
                  <a:lnTo>
                    <a:pt x="32683" y="1161"/>
                  </a:lnTo>
                  <a:lnTo>
                    <a:pt x="31522" y="804"/>
                  </a:lnTo>
                  <a:lnTo>
                    <a:pt x="30272" y="536"/>
                  </a:lnTo>
                  <a:lnTo>
                    <a:pt x="29021" y="268"/>
                  </a:lnTo>
                  <a:lnTo>
                    <a:pt x="27771" y="89"/>
                  </a:lnTo>
                  <a:lnTo>
                    <a:pt x="26521" y="0"/>
                  </a:lnTo>
                  <a:close/>
                </a:path>
              </a:pathLst>
            </a:custGeom>
            <a:solidFill>
              <a:srgbClr val="00116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6" name="Google Shape;136;p58"/>
            <p:cNvSpPr/>
            <p:nvPr/>
          </p:nvSpPr>
          <p:spPr>
            <a:xfrm>
              <a:off x="521625" y="2510350"/>
              <a:ext cx="189775" cy="189775"/>
            </a:xfrm>
            <a:custGeom>
              <a:avLst/>
              <a:gdLst/>
              <a:ahLst/>
              <a:cxnLst/>
              <a:rect l="l" t="t" r="r" b="b"/>
              <a:pathLst>
                <a:path w="7591" h="7591" extrusionOk="0">
                  <a:moveTo>
                    <a:pt x="3751" y="1"/>
                  </a:moveTo>
                  <a:lnTo>
                    <a:pt x="3037" y="90"/>
                  </a:lnTo>
                  <a:lnTo>
                    <a:pt x="2322" y="268"/>
                  </a:lnTo>
                  <a:lnTo>
                    <a:pt x="1697" y="626"/>
                  </a:lnTo>
                  <a:lnTo>
                    <a:pt x="1072" y="1072"/>
                  </a:lnTo>
                  <a:lnTo>
                    <a:pt x="626" y="1697"/>
                  </a:lnTo>
                  <a:lnTo>
                    <a:pt x="269" y="2322"/>
                  </a:lnTo>
                  <a:lnTo>
                    <a:pt x="90" y="3037"/>
                  </a:lnTo>
                  <a:lnTo>
                    <a:pt x="1" y="3751"/>
                  </a:lnTo>
                  <a:lnTo>
                    <a:pt x="90" y="4555"/>
                  </a:lnTo>
                  <a:lnTo>
                    <a:pt x="269" y="5269"/>
                  </a:lnTo>
                  <a:lnTo>
                    <a:pt x="626" y="5894"/>
                  </a:lnTo>
                  <a:lnTo>
                    <a:pt x="1072" y="6430"/>
                  </a:lnTo>
                  <a:lnTo>
                    <a:pt x="1697" y="6966"/>
                  </a:lnTo>
                  <a:lnTo>
                    <a:pt x="2322" y="7233"/>
                  </a:lnTo>
                  <a:lnTo>
                    <a:pt x="3037" y="7501"/>
                  </a:lnTo>
                  <a:lnTo>
                    <a:pt x="3751" y="7591"/>
                  </a:lnTo>
                  <a:lnTo>
                    <a:pt x="4555" y="7501"/>
                  </a:lnTo>
                  <a:lnTo>
                    <a:pt x="5269" y="7233"/>
                  </a:lnTo>
                  <a:lnTo>
                    <a:pt x="5894" y="6966"/>
                  </a:lnTo>
                  <a:lnTo>
                    <a:pt x="6430" y="6430"/>
                  </a:lnTo>
                  <a:lnTo>
                    <a:pt x="6966" y="5894"/>
                  </a:lnTo>
                  <a:lnTo>
                    <a:pt x="7234" y="5269"/>
                  </a:lnTo>
                  <a:lnTo>
                    <a:pt x="7502" y="4555"/>
                  </a:lnTo>
                  <a:lnTo>
                    <a:pt x="7591" y="3751"/>
                  </a:lnTo>
                  <a:lnTo>
                    <a:pt x="7502" y="3037"/>
                  </a:lnTo>
                  <a:lnTo>
                    <a:pt x="7234" y="2322"/>
                  </a:lnTo>
                  <a:lnTo>
                    <a:pt x="6966" y="1697"/>
                  </a:lnTo>
                  <a:lnTo>
                    <a:pt x="6430" y="1072"/>
                  </a:lnTo>
                  <a:lnTo>
                    <a:pt x="5894" y="626"/>
                  </a:lnTo>
                  <a:lnTo>
                    <a:pt x="5269" y="268"/>
                  </a:lnTo>
                  <a:lnTo>
                    <a:pt x="4555" y="90"/>
                  </a:lnTo>
                  <a:lnTo>
                    <a:pt x="3751"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7" name="Google Shape;137;p58"/>
            <p:cNvSpPr/>
            <p:nvPr/>
          </p:nvSpPr>
          <p:spPr>
            <a:xfrm>
              <a:off x="773900" y="2510350"/>
              <a:ext cx="189775" cy="189775"/>
            </a:xfrm>
            <a:custGeom>
              <a:avLst/>
              <a:gdLst/>
              <a:ahLst/>
              <a:cxnLst/>
              <a:rect l="l" t="t" r="r" b="b"/>
              <a:pathLst>
                <a:path w="7591" h="7591" extrusionOk="0">
                  <a:moveTo>
                    <a:pt x="3751" y="1"/>
                  </a:moveTo>
                  <a:lnTo>
                    <a:pt x="3036" y="90"/>
                  </a:lnTo>
                  <a:lnTo>
                    <a:pt x="2322" y="268"/>
                  </a:lnTo>
                  <a:lnTo>
                    <a:pt x="1697" y="626"/>
                  </a:lnTo>
                  <a:lnTo>
                    <a:pt x="1072" y="1072"/>
                  </a:lnTo>
                  <a:lnTo>
                    <a:pt x="625" y="1697"/>
                  </a:lnTo>
                  <a:lnTo>
                    <a:pt x="268" y="2322"/>
                  </a:lnTo>
                  <a:lnTo>
                    <a:pt x="90" y="3037"/>
                  </a:lnTo>
                  <a:lnTo>
                    <a:pt x="0" y="3751"/>
                  </a:lnTo>
                  <a:lnTo>
                    <a:pt x="90" y="4555"/>
                  </a:lnTo>
                  <a:lnTo>
                    <a:pt x="268" y="5269"/>
                  </a:lnTo>
                  <a:lnTo>
                    <a:pt x="625" y="5894"/>
                  </a:lnTo>
                  <a:lnTo>
                    <a:pt x="1072" y="6430"/>
                  </a:lnTo>
                  <a:lnTo>
                    <a:pt x="1697" y="6966"/>
                  </a:lnTo>
                  <a:lnTo>
                    <a:pt x="2322" y="7233"/>
                  </a:lnTo>
                  <a:lnTo>
                    <a:pt x="3036" y="7501"/>
                  </a:lnTo>
                  <a:lnTo>
                    <a:pt x="3751" y="7591"/>
                  </a:lnTo>
                  <a:lnTo>
                    <a:pt x="4554" y="7501"/>
                  </a:lnTo>
                  <a:lnTo>
                    <a:pt x="5269" y="7233"/>
                  </a:lnTo>
                  <a:lnTo>
                    <a:pt x="5894" y="6966"/>
                  </a:lnTo>
                  <a:lnTo>
                    <a:pt x="6430" y="6430"/>
                  </a:lnTo>
                  <a:lnTo>
                    <a:pt x="6965" y="5894"/>
                  </a:lnTo>
                  <a:lnTo>
                    <a:pt x="7233" y="5269"/>
                  </a:lnTo>
                  <a:lnTo>
                    <a:pt x="7501" y="4555"/>
                  </a:lnTo>
                  <a:lnTo>
                    <a:pt x="7590" y="3751"/>
                  </a:lnTo>
                  <a:lnTo>
                    <a:pt x="7501" y="3037"/>
                  </a:lnTo>
                  <a:lnTo>
                    <a:pt x="7233" y="2322"/>
                  </a:lnTo>
                  <a:lnTo>
                    <a:pt x="6965" y="1697"/>
                  </a:lnTo>
                  <a:lnTo>
                    <a:pt x="6430" y="1072"/>
                  </a:lnTo>
                  <a:lnTo>
                    <a:pt x="5894" y="626"/>
                  </a:lnTo>
                  <a:lnTo>
                    <a:pt x="5269" y="268"/>
                  </a:lnTo>
                  <a:lnTo>
                    <a:pt x="4554" y="90"/>
                  </a:lnTo>
                  <a:lnTo>
                    <a:pt x="3751" y="1"/>
                  </a:lnTo>
                  <a:close/>
                </a:path>
              </a:pathLst>
            </a:custGeom>
            <a:solidFill>
              <a:srgbClr val="939BB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8" name="Google Shape;138;p58"/>
            <p:cNvSpPr/>
            <p:nvPr/>
          </p:nvSpPr>
          <p:spPr>
            <a:xfrm>
              <a:off x="1026150" y="2510350"/>
              <a:ext cx="189800" cy="189775"/>
            </a:xfrm>
            <a:custGeom>
              <a:avLst/>
              <a:gdLst/>
              <a:ahLst/>
              <a:cxnLst/>
              <a:rect l="l" t="t" r="r" b="b"/>
              <a:pathLst>
                <a:path w="7592" h="7591" extrusionOk="0">
                  <a:moveTo>
                    <a:pt x="3751" y="1"/>
                  </a:moveTo>
                  <a:lnTo>
                    <a:pt x="3037" y="90"/>
                  </a:lnTo>
                  <a:lnTo>
                    <a:pt x="2323" y="268"/>
                  </a:lnTo>
                  <a:lnTo>
                    <a:pt x="1697" y="626"/>
                  </a:lnTo>
                  <a:lnTo>
                    <a:pt x="1072" y="1072"/>
                  </a:lnTo>
                  <a:lnTo>
                    <a:pt x="626" y="1697"/>
                  </a:lnTo>
                  <a:lnTo>
                    <a:pt x="269" y="2322"/>
                  </a:lnTo>
                  <a:lnTo>
                    <a:pt x="90" y="3037"/>
                  </a:lnTo>
                  <a:lnTo>
                    <a:pt x="1" y="3751"/>
                  </a:lnTo>
                  <a:lnTo>
                    <a:pt x="90" y="4555"/>
                  </a:lnTo>
                  <a:lnTo>
                    <a:pt x="269" y="5269"/>
                  </a:lnTo>
                  <a:lnTo>
                    <a:pt x="626" y="5894"/>
                  </a:lnTo>
                  <a:lnTo>
                    <a:pt x="1072" y="6430"/>
                  </a:lnTo>
                  <a:lnTo>
                    <a:pt x="1697" y="6966"/>
                  </a:lnTo>
                  <a:lnTo>
                    <a:pt x="2323" y="7233"/>
                  </a:lnTo>
                  <a:lnTo>
                    <a:pt x="3037" y="7501"/>
                  </a:lnTo>
                  <a:lnTo>
                    <a:pt x="3751" y="7591"/>
                  </a:lnTo>
                  <a:lnTo>
                    <a:pt x="4555" y="7501"/>
                  </a:lnTo>
                  <a:lnTo>
                    <a:pt x="5269" y="7233"/>
                  </a:lnTo>
                  <a:lnTo>
                    <a:pt x="5894" y="6966"/>
                  </a:lnTo>
                  <a:lnTo>
                    <a:pt x="6430" y="6430"/>
                  </a:lnTo>
                  <a:lnTo>
                    <a:pt x="6877" y="5894"/>
                  </a:lnTo>
                  <a:lnTo>
                    <a:pt x="7234" y="5269"/>
                  </a:lnTo>
                  <a:lnTo>
                    <a:pt x="7502" y="4555"/>
                  </a:lnTo>
                  <a:lnTo>
                    <a:pt x="7591" y="3751"/>
                  </a:lnTo>
                  <a:lnTo>
                    <a:pt x="7502" y="3037"/>
                  </a:lnTo>
                  <a:lnTo>
                    <a:pt x="7234" y="2322"/>
                  </a:lnTo>
                  <a:lnTo>
                    <a:pt x="6877" y="1697"/>
                  </a:lnTo>
                  <a:lnTo>
                    <a:pt x="6430" y="1072"/>
                  </a:lnTo>
                  <a:lnTo>
                    <a:pt x="5894" y="626"/>
                  </a:lnTo>
                  <a:lnTo>
                    <a:pt x="5269" y="268"/>
                  </a:lnTo>
                  <a:lnTo>
                    <a:pt x="4555" y="90"/>
                  </a:lnTo>
                  <a:lnTo>
                    <a:pt x="3751" y="1"/>
                  </a:lnTo>
                  <a:close/>
                </a:path>
              </a:pathLst>
            </a:custGeom>
            <a:solidFill>
              <a:srgbClr val="FB7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39" name="Google Shape;139;p58"/>
            <p:cNvSpPr/>
            <p:nvPr/>
          </p:nvSpPr>
          <p:spPr>
            <a:xfrm>
              <a:off x="521625" y="2762600"/>
              <a:ext cx="189775" cy="189800"/>
            </a:xfrm>
            <a:custGeom>
              <a:avLst/>
              <a:gdLst/>
              <a:ahLst/>
              <a:cxnLst/>
              <a:rect l="l" t="t" r="r" b="b"/>
              <a:pathLst>
                <a:path w="7591" h="7592" extrusionOk="0">
                  <a:moveTo>
                    <a:pt x="3751" y="1"/>
                  </a:moveTo>
                  <a:lnTo>
                    <a:pt x="3037" y="90"/>
                  </a:lnTo>
                  <a:lnTo>
                    <a:pt x="2322" y="269"/>
                  </a:lnTo>
                  <a:lnTo>
                    <a:pt x="1697" y="626"/>
                  </a:lnTo>
                  <a:lnTo>
                    <a:pt x="1072" y="1072"/>
                  </a:lnTo>
                  <a:lnTo>
                    <a:pt x="626" y="1698"/>
                  </a:lnTo>
                  <a:lnTo>
                    <a:pt x="269" y="2323"/>
                  </a:lnTo>
                  <a:lnTo>
                    <a:pt x="90" y="3037"/>
                  </a:lnTo>
                  <a:lnTo>
                    <a:pt x="1" y="3751"/>
                  </a:lnTo>
                  <a:lnTo>
                    <a:pt x="90" y="4555"/>
                  </a:lnTo>
                  <a:lnTo>
                    <a:pt x="269" y="5269"/>
                  </a:lnTo>
                  <a:lnTo>
                    <a:pt x="626" y="5894"/>
                  </a:lnTo>
                  <a:lnTo>
                    <a:pt x="1072" y="6430"/>
                  </a:lnTo>
                  <a:lnTo>
                    <a:pt x="1697" y="6877"/>
                  </a:lnTo>
                  <a:lnTo>
                    <a:pt x="2322" y="7234"/>
                  </a:lnTo>
                  <a:lnTo>
                    <a:pt x="3037" y="7502"/>
                  </a:lnTo>
                  <a:lnTo>
                    <a:pt x="3751" y="7591"/>
                  </a:lnTo>
                  <a:lnTo>
                    <a:pt x="4555" y="7502"/>
                  </a:lnTo>
                  <a:lnTo>
                    <a:pt x="5269" y="7234"/>
                  </a:lnTo>
                  <a:lnTo>
                    <a:pt x="5894" y="6877"/>
                  </a:lnTo>
                  <a:lnTo>
                    <a:pt x="6430" y="6430"/>
                  </a:lnTo>
                  <a:lnTo>
                    <a:pt x="6966" y="5894"/>
                  </a:lnTo>
                  <a:lnTo>
                    <a:pt x="7234" y="5269"/>
                  </a:lnTo>
                  <a:lnTo>
                    <a:pt x="7502" y="4555"/>
                  </a:lnTo>
                  <a:lnTo>
                    <a:pt x="7591" y="3751"/>
                  </a:lnTo>
                  <a:lnTo>
                    <a:pt x="7502" y="3037"/>
                  </a:lnTo>
                  <a:lnTo>
                    <a:pt x="7234" y="2323"/>
                  </a:lnTo>
                  <a:lnTo>
                    <a:pt x="6966" y="1698"/>
                  </a:lnTo>
                  <a:lnTo>
                    <a:pt x="6430" y="1072"/>
                  </a:lnTo>
                  <a:lnTo>
                    <a:pt x="5894" y="626"/>
                  </a:lnTo>
                  <a:lnTo>
                    <a:pt x="5269" y="269"/>
                  </a:lnTo>
                  <a:lnTo>
                    <a:pt x="4555" y="90"/>
                  </a:lnTo>
                  <a:lnTo>
                    <a:pt x="3751"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40" name="Google Shape;140;p58"/>
            <p:cNvSpPr/>
            <p:nvPr/>
          </p:nvSpPr>
          <p:spPr>
            <a:xfrm>
              <a:off x="773900" y="2762600"/>
              <a:ext cx="189775" cy="189800"/>
            </a:xfrm>
            <a:custGeom>
              <a:avLst/>
              <a:gdLst/>
              <a:ahLst/>
              <a:cxnLst/>
              <a:rect l="l" t="t" r="r" b="b"/>
              <a:pathLst>
                <a:path w="7591" h="7592" extrusionOk="0">
                  <a:moveTo>
                    <a:pt x="3751" y="1"/>
                  </a:moveTo>
                  <a:lnTo>
                    <a:pt x="3036" y="90"/>
                  </a:lnTo>
                  <a:lnTo>
                    <a:pt x="2322" y="269"/>
                  </a:lnTo>
                  <a:lnTo>
                    <a:pt x="1697" y="626"/>
                  </a:lnTo>
                  <a:lnTo>
                    <a:pt x="1072" y="1072"/>
                  </a:lnTo>
                  <a:lnTo>
                    <a:pt x="625" y="1698"/>
                  </a:lnTo>
                  <a:lnTo>
                    <a:pt x="268" y="2323"/>
                  </a:lnTo>
                  <a:lnTo>
                    <a:pt x="90" y="3037"/>
                  </a:lnTo>
                  <a:lnTo>
                    <a:pt x="0" y="3751"/>
                  </a:lnTo>
                  <a:lnTo>
                    <a:pt x="90" y="4555"/>
                  </a:lnTo>
                  <a:lnTo>
                    <a:pt x="268" y="5269"/>
                  </a:lnTo>
                  <a:lnTo>
                    <a:pt x="625" y="5894"/>
                  </a:lnTo>
                  <a:lnTo>
                    <a:pt x="1072" y="6430"/>
                  </a:lnTo>
                  <a:lnTo>
                    <a:pt x="1697" y="6877"/>
                  </a:lnTo>
                  <a:lnTo>
                    <a:pt x="2322" y="7234"/>
                  </a:lnTo>
                  <a:lnTo>
                    <a:pt x="3036" y="7502"/>
                  </a:lnTo>
                  <a:lnTo>
                    <a:pt x="3751" y="7591"/>
                  </a:lnTo>
                  <a:lnTo>
                    <a:pt x="4554" y="7502"/>
                  </a:lnTo>
                  <a:lnTo>
                    <a:pt x="5269" y="7234"/>
                  </a:lnTo>
                  <a:lnTo>
                    <a:pt x="5894" y="6877"/>
                  </a:lnTo>
                  <a:lnTo>
                    <a:pt x="6430" y="6430"/>
                  </a:lnTo>
                  <a:lnTo>
                    <a:pt x="6965" y="5894"/>
                  </a:lnTo>
                  <a:lnTo>
                    <a:pt x="7233" y="5269"/>
                  </a:lnTo>
                  <a:lnTo>
                    <a:pt x="7501" y="4555"/>
                  </a:lnTo>
                  <a:lnTo>
                    <a:pt x="7590" y="3751"/>
                  </a:lnTo>
                  <a:lnTo>
                    <a:pt x="7501" y="3037"/>
                  </a:lnTo>
                  <a:lnTo>
                    <a:pt x="7233" y="2323"/>
                  </a:lnTo>
                  <a:lnTo>
                    <a:pt x="6965" y="1698"/>
                  </a:lnTo>
                  <a:lnTo>
                    <a:pt x="6430" y="1072"/>
                  </a:lnTo>
                  <a:lnTo>
                    <a:pt x="5894" y="626"/>
                  </a:lnTo>
                  <a:lnTo>
                    <a:pt x="5269" y="269"/>
                  </a:lnTo>
                  <a:lnTo>
                    <a:pt x="4554" y="90"/>
                  </a:lnTo>
                  <a:lnTo>
                    <a:pt x="3751" y="1"/>
                  </a:lnTo>
                  <a:close/>
                </a:path>
              </a:pathLst>
            </a:custGeom>
            <a:solidFill>
              <a:srgbClr val="939BB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41" name="Google Shape;141;p58"/>
            <p:cNvSpPr/>
            <p:nvPr/>
          </p:nvSpPr>
          <p:spPr>
            <a:xfrm>
              <a:off x="1026150" y="2762600"/>
              <a:ext cx="189800" cy="189800"/>
            </a:xfrm>
            <a:custGeom>
              <a:avLst/>
              <a:gdLst/>
              <a:ahLst/>
              <a:cxnLst/>
              <a:rect l="l" t="t" r="r" b="b"/>
              <a:pathLst>
                <a:path w="7592" h="7592" extrusionOk="0">
                  <a:moveTo>
                    <a:pt x="3751" y="1"/>
                  </a:moveTo>
                  <a:lnTo>
                    <a:pt x="3037" y="90"/>
                  </a:lnTo>
                  <a:lnTo>
                    <a:pt x="2323" y="269"/>
                  </a:lnTo>
                  <a:lnTo>
                    <a:pt x="1697" y="626"/>
                  </a:lnTo>
                  <a:lnTo>
                    <a:pt x="1072" y="1072"/>
                  </a:lnTo>
                  <a:lnTo>
                    <a:pt x="626" y="1698"/>
                  </a:lnTo>
                  <a:lnTo>
                    <a:pt x="269" y="2323"/>
                  </a:lnTo>
                  <a:lnTo>
                    <a:pt x="90" y="3037"/>
                  </a:lnTo>
                  <a:lnTo>
                    <a:pt x="1" y="3751"/>
                  </a:lnTo>
                  <a:lnTo>
                    <a:pt x="90" y="4555"/>
                  </a:lnTo>
                  <a:lnTo>
                    <a:pt x="269" y="5269"/>
                  </a:lnTo>
                  <a:lnTo>
                    <a:pt x="626" y="5894"/>
                  </a:lnTo>
                  <a:lnTo>
                    <a:pt x="1072" y="6430"/>
                  </a:lnTo>
                  <a:lnTo>
                    <a:pt x="1697" y="6877"/>
                  </a:lnTo>
                  <a:lnTo>
                    <a:pt x="2323" y="7234"/>
                  </a:lnTo>
                  <a:lnTo>
                    <a:pt x="3037" y="7502"/>
                  </a:lnTo>
                  <a:lnTo>
                    <a:pt x="3751" y="7591"/>
                  </a:lnTo>
                  <a:lnTo>
                    <a:pt x="4555" y="7502"/>
                  </a:lnTo>
                  <a:lnTo>
                    <a:pt x="5269" y="7234"/>
                  </a:lnTo>
                  <a:lnTo>
                    <a:pt x="5894" y="6877"/>
                  </a:lnTo>
                  <a:lnTo>
                    <a:pt x="6430" y="6430"/>
                  </a:lnTo>
                  <a:lnTo>
                    <a:pt x="6877" y="5894"/>
                  </a:lnTo>
                  <a:lnTo>
                    <a:pt x="7234" y="5269"/>
                  </a:lnTo>
                  <a:lnTo>
                    <a:pt x="7502" y="4555"/>
                  </a:lnTo>
                  <a:lnTo>
                    <a:pt x="7591" y="3751"/>
                  </a:lnTo>
                  <a:lnTo>
                    <a:pt x="7502" y="3037"/>
                  </a:lnTo>
                  <a:lnTo>
                    <a:pt x="7234" y="2323"/>
                  </a:lnTo>
                  <a:lnTo>
                    <a:pt x="6877" y="1698"/>
                  </a:lnTo>
                  <a:lnTo>
                    <a:pt x="6430" y="1072"/>
                  </a:lnTo>
                  <a:lnTo>
                    <a:pt x="5894" y="626"/>
                  </a:lnTo>
                  <a:lnTo>
                    <a:pt x="5269" y="269"/>
                  </a:lnTo>
                  <a:lnTo>
                    <a:pt x="4555" y="90"/>
                  </a:lnTo>
                  <a:lnTo>
                    <a:pt x="3751" y="1"/>
                  </a:lnTo>
                  <a:close/>
                </a:path>
              </a:pathLst>
            </a:custGeom>
            <a:solidFill>
              <a:srgbClr val="939BB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42" name="Google Shape;142;p58"/>
            <p:cNvSpPr/>
            <p:nvPr/>
          </p:nvSpPr>
          <p:spPr>
            <a:xfrm>
              <a:off x="521625" y="3014875"/>
              <a:ext cx="189775" cy="189775"/>
            </a:xfrm>
            <a:custGeom>
              <a:avLst/>
              <a:gdLst/>
              <a:ahLst/>
              <a:cxnLst/>
              <a:rect l="l" t="t" r="r" b="b"/>
              <a:pathLst>
                <a:path w="7591" h="7591" extrusionOk="0">
                  <a:moveTo>
                    <a:pt x="3751" y="0"/>
                  </a:moveTo>
                  <a:lnTo>
                    <a:pt x="3037" y="90"/>
                  </a:lnTo>
                  <a:lnTo>
                    <a:pt x="2322" y="268"/>
                  </a:lnTo>
                  <a:lnTo>
                    <a:pt x="1697" y="625"/>
                  </a:lnTo>
                  <a:lnTo>
                    <a:pt x="1072" y="1072"/>
                  </a:lnTo>
                  <a:lnTo>
                    <a:pt x="626" y="1697"/>
                  </a:lnTo>
                  <a:lnTo>
                    <a:pt x="269" y="2322"/>
                  </a:lnTo>
                  <a:lnTo>
                    <a:pt x="90" y="3036"/>
                  </a:lnTo>
                  <a:lnTo>
                    <a:pt x="1" y="3751"/>
                  </a:lnTo>
                  <a:lnTo>
                    <a:pt x="90" y="4554"/>
                  </a:lnTo>
                  <a:lnTo>
                    <a:pt x="269" y="5269"/>
                  </a:lnTo>
                  <a:lnTo>
                    <a:pt x="626" y="5894"/>
                  </a:lnTo>
                  <a:lnTo>
                    <a:pt x="1072" y="6430"/>
                  </a:lnTo>
                  <a:lnTo>
                    <a:pt x="1697" y="6876"/>
                  </a:lnTo>
                  <a:lnTo>
                    <a:pt x="2322" y="7233"/>
                  </a:lnTo>
                  <a:lnTo>
                    <a:pt x="3037" y="7501"/>
                  </a:lnTo>
                  <a:lnTo>
                    <a:pt x="3751" y="7590"/>
                  </a:lnTo>
                  <a:lnTo>
                    <a:pt x="4555" y="7501"/>
                  </a:lnTo>
                  <a:lnTo>
                    <a:pt x="5269" y="7233"/>
                  </a:lnTo>
                  <a:lnTo>
                    <a:pt x="5894" y="6876"/>
                  </a:lnTo>
                  <a:lnTo>
                    <a:pt x="6430" y="6430"/>
                  </a:lnTo>
                  <a:lnTo>
                    <a:pt x="6966" y="5894"/>
                  </a:lnTo>
                  <a:lnTo>
                    <a:pt x="7234" y="5269"/>
                  </a:lnTo>
                  <a:lnTo>
                    <a:pt x="7502" y="4554"/>
                  </a:lnTo>
                  <a:lnTo>
                    <a:pt x="7591" y="3751"/>
                  </a:lnTo>
                  <a:lnTo>
                    <a:pt x="7502" y="3036"/>
                  </a:lnTo>
                  <a:lnTo>
                    <a:pt x="7234" y="2322"/>
                  </a:lnTo>
                  <a:lnTo>
                    <a:pt x="6966" y="1697"/>
                  </a:lnTo>
                  <a:lnTo>
                    <a:pt x="6430" y="1072"/>
                  </a:lnTo>
                  <a:lnTo>
                    <a:pt x="5894" y="625"/>
                  </a:lnTo>
                  <a:lnTo>
                    <a:pt x="5269" y="268"/>
                  </a:lnTo>
                  <a:lnTo>
                    <a:pt x="4555" y="90"/>
                  </a:lnTo>
                  <a:lnTo>
                    <a:pt x="3751"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43" name="Google Shape;143;p58"/>
            <p:cNvSpPr/>
            <p:nvPr/>
          </p:nvSpPr>
          <p:spPr>
            <a:xfrm>
              <a:off x="773900" y="3014875"/>
              <a:ext cx="189775" cy="189775"/>
            </a:xfrm>
            <a:custGeom>
              <a:avLst/>
              <a:gdLst/>
              <a:ahLst/>
              <a:cxnLst/>
              <a:rect l="l" t="t" r="r" b="b"/>
              <a:pathLst>
                <a:path w="7591" h="7591" extrusionOk="0">
                  <a:moveTo>
                    <a:pt x="3751" y="0"/>
                  </a:moveTo>
                  <a:lnTo>
                    <a:pt x="3036" y="90"/>
                  </a:lnTo>
                  <a:lnTo>
                    <a:pt x="2322" y="268"/>
                  </a:lnTo>
                  <a:lnTo>
                    <a:pt x="1697" y="625"/>
                  </a:lnTo>
                  <a:lnTo>
                    <a:pt x="1072" y="1072"/>
                  </a:lnTo>
                  <a:lnTo>
                    <a:pt x="625" y="1697"/>
                  </a:lnTo>
                  <a:lnTo>
                    <a:pt x="268" y="2322"/>
                  </a:lnTo>
                  <a:lnTo>
                    <a:pt x="90" y="3036"/>
                  </a:lnTo>
                  <a:lnTo>
                    <a:pt x="0" y="3751"/>
                  </a:lnTo>
                  <a:lnTo>
                    <a:pt x="90" y="4554"/>
                  </a:lnTo>
                  <a:lnTo>
                    <a:pt x="268" y="5269"/>
                  </a:lnTo>
                  <a:lnTo>
                    <a:pt x="625" y="5894"/>
                  </a:lnTo>
                  <a:lnTo>
                    <a:pt x="1072" y="6430"/>
                  </a:lnTo>
                  <a:lnTo>
                    <a:pt x="1697" y="6876"/>
                  </a:lnTo>
                  <a:lnTo>
                    <a:pt x="2322" y="7233"/>
                  </a:lnTo>
                  <a:lnTo>
                    <a:pt x="3036" y="7501"/>
                  </a:lnTo>
                  <a:lnTo>
                    <a:pt x="3751" y="7590"/>
                  </a:lnTo>
                  <a:lnTo>
                    <a:pt x="4554" y="7501"/>
                  </a:lnTo>
                  <a:lnTo>
                    <a:pt x="5269" y="7233"/>
                  </a:lnTo>
                  <a:lnTo>
                    <a:pt x="5894" y="6876"/>
                  </a:lnTo>
                  <a:lnTo>
                    <a:pt x="6430" y="6430"/>
                  </a:lnTo>
                  <a:lnTo>
                    <a:pt x="6965" y="5894"/>
                  </a:lnTo>
                  <a:lnTo>
                    <a:pt x="7233" y="5269"/>
                  </a:lnTo>
                  <a:lnTo>
                    <a:pt x="7501" y="4554"/>
                  </a:lnTo>
                  <a:lnTo>
                    <a:pt x="7590" y="3751"/>
                  </a:lnTo>
                  <a:lnTo>
                    <a:pt x="7501" y="3036"/>
                  </a:lnTo>
                  <a:lnTo>
                    <a:pt x="7233" y="2322"/>
                  </a:lnTo>
                  <a:lnTo>
                    <a:pt x="6965" y="1697"/>
                  </a:lnTo>
                  <a:lnTo>
                    <a:pt x="6430" y="1072"/>
                  </a:lnTo>
                  <a:lnTo>
                    <a:pt x="5894" y="625"/>
                  </a:lnTo>
                  <a:lnTo>
                    <a:pt x="5269" y="268"/>
                  </a:lnTo>
                  <a:lnTo>
                    <a:pt x="4554" y="90"/>
                  </a:lnTo>
                  <a:lnTo>
                    <a:pt x="3751"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44" name="Google Shape;144;p58"/>
            <p:cNvSpPr/>
            <p:nvPr/>
          </p:nvSpPr>
          <p:spPr>
            <a:xfrm>
              <a:off x="1026150" y="3014875"/>
              <a:ext cx="189800" cy="189775"/>
            </a:xfrm>
            <a:custGeom>
              <a:avLst/>
              <a:gdLst/>
              <a:ahLst/>
              <a:cxnLst/>
              <a:rect l="l" t="t" r="r" b="b"/>
              <a:pathLst>
                <a:path w="7592" h="7591" extrusionOk="0">
                  <a:moveTo>
                    <a:pt x="3751" y="0"/>
                  </a:moveTo>
                  <a:lnTo>
                    <a:pt x="3037" y="90"/>
                  </a:lnTo>
                  <a:lnTo>
                    <a:pt x="2323" y="268"/>
                  </a:lnTo>
                  <a:lnTo>
                    <a:pt x="1697" y="625"/>
                  </a:lnTo>
                  <a:lnTo>
                    <a:pt x="1072" y="1072"/>
                  </a:lnTo>
                  <a:lnTo>
                    <a:pt x="626" y="1697"/>
                  </a:lnTo>
                  <a:lnTo>
                    <a:pt x="269" y="2322"/>
                  </a:lnTo>
                  <a:lnTo>
                    <a:pt x="90" y="3036"/>
                  </a:lnTo>
                  <a:lnTo>
                    <a:pt x="1" y="3751"/>
                  </a:lnTo>
                  <a:lnTo>
                    <a:pt x="90" y="4554"/>
                  </a:lnTo>
                  <a:lnTo>
                    <a:pt x="269" y="5269"/>
                  </a:lnTo>
                  <a:lnTo>
                    <a:pt x="626" y="5894"/>
                  </a:lnTo>
                  <a:lnTo>
                    <a:pt x="1072" y="6430"/>
                  </a:lnTo>
                  <a:lnTo>
                    <a:pt x="1697" y="6876"/>
                  </a:lnTo>
                  <a:lnTo>
                    <a:pt x="2323" y="7233"/>
                  </a:lnTo>
                  <a:lnTo>
                    <a:pt x="3037" y="7501"/>
                  </a:lnTo>
                  <a:lnTo>
                    <a:pt x="3751" y="7590"/>
                  </a:lnTo>
                  <a:lnTo>
                    <a:pt x="4555" y="7501"/>
                  </a:lnTo>
                  <a:lnTo>
                    <a:pt x="5269" y="7233"/>
                  </a:lnTo>
                  <a:lnTo>
                    <a:pt x="5894" y="6876"/>
                  </a:lnTo>
                  <a:lnTo>
                    <a:pt x="6430" y="6430"/>
                  </a:lnTo>
                  <a:lnTo>
                    <a:pt x="6877" y="5894"/>
                  </a:lnTo>
                  <a:lnTo>
                    <a:pt x="7234" y="5269"/>
                  </a:lnTo>
                  <a:lnTo>
                    <a:pt x="7502" y="4554"/>
                  </a:lnTo>
                  <a:lnTo>
                    <a:pt x="7591" y="3751"/>
                  </a:lnTo>
                  <a:lnTo>
                    <a:pt x="7502" y="3036"/>
                  </a:lnTo>
                  <a:lnTo>
                    <a:pt x="7234" y="2322"/>
                  </a:lnTo>
                  <a:lnTo>
                    <a:pt x="6877" y="1697"/>
                  </a:lnTo>
                  <a:lnTo>
                    <a:pt x="6430" y="1072"/>
                  </a:lnTo>
                  <a:lnTo>
                    <a:pt x="5894" y="625"/>
                  </a:lnTo>
                  <a:lnTo>
                    <a:pt x="5269" y="268"/>
                  </a:lnTo>
                  <a:lnTo>
                    <a:pt x="4555" y="90"/>
                  </a:lnTo>
                  <a:lnTo>
                    <a:pt x="3751"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grpSp>
      <p:sp>
        <p:nvSpPr>
          <p:cNvPr id="145" name="Google Shape;145;p58"/>
          <p:cNvSpPr txBox="1">
            <a:spLocks noGrp="1"/>
          </p:cNvSpPr>
          <p:nvPr>
            <p:ph type="title"/>
          </p:nvPr>
        </p:nvSpPr>
        <p:spPr>
          <a:xfrm>
            <a:off x="342900" y="792480"/>
            <a:ext cx="6173775" cy="92508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3000"/>
              <a:buFont typeface="Montserrat"/>
              <a:buNone/>
              <a:defRPr sz="2250" b="1" i="0" u="none" strike="noStrike" cap="none">
                <a:solidFill>
                  <a:srgbClr val="01155D"/>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3000"/>
              <a:buFont typeface="Montserrat"/>
              <a:buNone/>
              <a:defRPr sz="2250" b="1" i="0" u="none" strike="noStrike" cap="none">
                <a:solidFill>
                  <a:srgbClr val="01155D"/>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3000"/>
              <a:buFont typeface="Montserrat"/>
              <a:buNone/>
              <a:defRPr sz="2250" b="1" i="0" u="none" strike="noStrike" cap="none">
                <a:solidFill>
                  <a:srgbClr val="01155D"/>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3000"/>
              <a:buFont typeface="Montserrat"/>
              <a:buNone/>
              <a:defRPr sz="2250" b="1" i="0" u="none" strike="noStrike" cap="none">
                <a:solidFill>
                  <a:srgbClr val="01155D"/>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3000"/>
              <a:buFont typeface="Montserrat"/>
              <a:buNone/>
              <a:defRPr sz="2250" b="1" i="0" u="none" strike="noStrike" cap="none">
                <a:solidFill>
                  <a:srgbClr val="01155D"/>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3000"/>
              <a:buFont typeface="Montserrat"/>
              <a:buNone/>
              <a:defRPr sz="2250" b="1" i="0" u="none" strike="noStrike" cap="none">
                <a:solidFill>
                  <a:srgbClr val="01155D"/>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3000"/>
              <a:buFont typeface="Montserrat"/>
              <a:buNone/>
              <a:defRPr sz="2250" b="1" i="0" u="none" strike="noStrike" cap="none">
                <a:solidFill>
                  <a:srgbClr val="01155D"/>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3000"/>
              <a:buFont typeface="Montserrat"/>
              <a:buNone/>
              <a:defRPr sz="2250" b="1" i="0" u="none" strike="noStrike" cap="none">
                <a:solidFill>
                  <a:srgbClr val="01155D"/>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3000"/>
              <a:buFont typeface="Montserrat"/>
              <a:buNone/>
              <a:defRPr sz="2250" b="1" i="0" u="none" strike="noStrike" cap="none">
                <a:solidFill>
                  <a:srgbClr val="01155D"/>
                </a:solidFill>
                <a:latin typeface="Montserrat"/>
                <a:ea typeface="Montserrat"/>
                <a:cs typeface="Montserrat"/>
                <a:sym typeface="Montserrat"/>
              </a:defRPr>
            </a:lvl9pPr>
          </a:lstStyle>
          <a:p>
            <a:r>
              <a:rPr lang="en-US"/>
              <a:t>Click to edit Master title style</a:t>
            </a:r>
            <a:endParaRPr/>
          </a:p>
        </p:txBody>
      </p:sp>
      <p:sp>
        <p:nvSpPr>
          <p:cNvPr id="146" name="Google Shape;146;p58"/>
          <p:cNvSpPr/>
          <p:nvPr/>
        </p:nvSpPr>
        <p:spPr>
          <a:xfrm rot="5400000" flipH="1">
            <a:off x="-351675" y="331845"/>
            <a:ext cx="1450772" cy="761054"/>
          </a:xfrm>
          <a:custGeom>
            <a:avLst/>
            <a:gdLst/>
            <a:ahLst/>
            <a:cxnLst/>
            <a:rect l="l" t="t" r="r" b="b"/>
            <a:pathLst>
              <a:path w="3804471" h="4612449" extrusionOk="0">
                <a:moveTo>
                  <a:pt x="3685877" y="0"/>
                </a:moveTo>
                <a:lnTo>
                  <a:pt x="3804471" y="838"/>
                </a:lnTo>
                <a:lnTo>
                  <a:pt x="3804471" y="4612449"/>
                </a:lnTo>
                <a:lnTo>
                  <a:pt x="0" y="4612449"/>
                </a:lnTo>
                <a:lnTo>
                  <a:pt x="186163" y="4536246"/>
                </a:lnTo>
                <a:cubicBezTo>
                  <a:pt x="765203" y="4298121"/>
                  <a:pt x="1477197" y="3986971"/>
                  <a:pt x="1842322" y="3564696"/>
                </a:cubicBezTo>
                <a:cubicBezTo>
                  <a:pt x="2572572" y="2720146"/>
                  <a:pt x="2296347" y="1802571"/>
                  <a:pt x="2566222" y="1031046"/>
                </a:cubicBezTo>
                <a:cubicBezTo>
                  <a:pt x="2751761" y="500623"/>
                  <a:pt x="3171407" y="36229"/>
                  <a:pt x="3685877" y="0"/>
                </a:cubicBezTo>
                <a:close/>
              </a:path>
            </a:pathLst>
          </a:custGeom>
          <a:solidFill>
            <a:srgbClr val="1B2F62"/>
          </a:solidFill>
          <a:ln>
            <a:noFill/>
          </a:ln>
        </p:spPr>
        <p:txBody>
          <a:bodyPr spcFirstLastPara="1" wrap="square" lIns="51431" tIns="25706" rIns="51431" bIns="25706"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05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1156834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ight Title Only 6">
  <p:cSld name="Light Title Only 6">
    <p:bg>
      <p:bgPr>
        <a:solidFill>
          <a:schemeClr val="lt1"/>
        </a:solidFill>
        <a:effectLst/>
      </p:bgPr>
    </p:bg>
    <p:spTree>
      <p:nvGrpSpPr>
        <p:cNvPr id="1" name="Shape 150"/>
        <p:cNvGrpSpPr/>
        <p:nvPr/>
      </p:nvGrpSpPr>
      <p:grpSpPr>
        <a:xfrm>
          <a:off x="0" y="0"/>
          <a:ext cx="0" cy="0"/>
          <a:chOff x="0" y="0"/>
          <a:chExt cx="0" cy="0"/>
        </a:xfrm>
      </p:grpSpPr>
      <p:sp>
        <p:nvSpPr>
          <p:cNvPr id="162" name="Google Shape;162;p60"/>
          <p:cNvSpPr txBox="1">
            <a:spLocks noGrp="1"/>
          </p:cNvSpPr>
          <p:nvPr>
            <p:ph type="title"/>
          </p:nvPr>
        </p:nvSpPr>
        <p:spPr>
          <a:xfrm>
            <a:off x="274320" y="633984"/>
            <a:ext cx="6309450" cy="990600"/>
          </a:xfrm>
          <a:prstGeom prst="rect">
            <a:avLst/>
          </a:prstGeom>
          <a:noFill/>
          <a:ln>
            <a:noFill/>
          </a:ln>
        </p:spPr>
        <p:txBody>
          <a:bodyPr spcFirstLastPara="1" wrap="square" lIns="0" tIns="0" rIns="0" bIns="0" anchor="t" anchorCtr="0">
            <a:normAutofit/>
          </a:bodyPr>
          <a:lstStyle>
            <a:lvl1pPr marR="0" lvl="0" algn="ctr" rtl="0">
              <a:lnSpc>
                <a:spcPct val="100000"/>
              </a:lnSpc>
              <a:spcBef>
                <a:spcPts val="0"/>
              </a:spcBef>
              <a:spcAft>
                <a:spcPts val="0"/>
              </a:spcAft>
              <a:buClr>
                <a:schemeClr val="dk2"/>
              </a:buClr>
              <a:buSzPts val="3000"/>
              <a:buFont typeface="Libre Franklin ExtraBold"/>
              <a:buNone/>
              <a:defRPr sz="2250" b="0" i="0" u="none" strike="noStrike" cap="none">
                <a:solidFill>
                  <a:schemeClr val="dk2"/>
                </a:solidFill>
                <a:latin typeface="Libre Franklin ExtraBold"/>
                <a:ea typeface="Libre Franklin ExtraBold"/>
                <a:cs typeface="Libre Franklin ExtraBold"/>
                <a:sym typeface="Libre Franklin ExtraBold"/>
              </a:defRPr>
            </a:lvl1pPr>
            <a:lvl2pPr marR="0" lvl="1"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2pPr>
            <a:lvl3pPr marR="0" lvl="2"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3pPr>
            <a:lvl4pPr marR="0" lvl="3"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4pPr>
            <a:lvl5pPr marR="0" lvl="4"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5pPr>
            <a:lvl6pPr marR="0" lvl="5"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6pPr>
            <a:lvl7pPr marR="0" lvl="6"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7pPr>
            <a:lvl8pPr marR="0" lvl="7"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8pPr>
            <a:lvl9pPr marR="0" lvl="8"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9pPr>
          </a:lstStyle>
          <a:p>
            <a:r>
              <a:rPr lang="en-US"/>
              <a:t>Click to edit Master title style</a:t>
            </a:r>
            <a:endParaRPr/>
          </a:p>
        </p:txBody>
      </p:sp>
    </p:spTree>
    <p:extLst>
      <p:ext uri="{BB962C8B-B14F-4D97-AF65-F5344CB8AC3E}">
        <p14:creationId xmlns:p14="http://schemas.microsoft.com/office/powerpoint/2010/main" val="6473588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ight Title Only 4">
  <p:cSld name="Light Title Only 4">
    <p:bg>
      <p:bgPr>
        <a:solidFill>
          <a:schemeClr val="lt1"/>
        </a:solidFill>
        <a:effectLst/>
      </p:bgPr>
    </p:bg>
    <p:spTree>
      <p:nvGrpSpPr>
        <p:cNvPr id="1" name="Shape 163"/>
        <p:cNvGrpSpPr/>
        <p:nvPr/>
      </p:nvGrpSpPr>
      <p:grpSpPr>
        <a:xfrm>
          <a:off x="0" y="0"/>
          <a:ext cx="0" cy="0"/>
          <a:chOff x="0" y="0"/>
          <a:chExt cx="0" cy="0"/>
        </a:xfrm>
      </p:grpSpPr>
      <p:grpSp>
        <p:nvGrpSpPr>
          <p:cNvPr id="164" name="Google Shape;164;p61"/>
          <p:cNvGrpSpPr/>
          <p:nvPr/>
        </p:nvGrpSpPr>
        <p:grpSpPr>
          <a:xfrm>
            <a:off x="3311129" y="8122921"/>
            <a:ext cx="235744" cy="544830"/>
            <a:chOff x="1190625" y="238125"/>
            <a:chExt cx="5238750" cy="5238750"/>
          </a:xfrm>
        </p:grpSpPr>
        <p:sp>
          <p:nvSpPr>
            <p:cNvPr id="165" name="Google Shape;165;p61"/>
            <p:cNvSpPr/>
            <p:nvPr/>
          </p:nvSpPr>
          <p:spPr>
            <a:xfrm>
              <a:off x="1190625" y="238125"/>
              <a:ext cx="5238750" cy="5238750"/>
            </a:xfrm>
            <a:custGeom>
              <a:avLst/>
              <a:gdLst/>
              <a:ahLst/>
              <a:cxnLst/>
              <a:rect l="l" t="t" r="r" b="b"/>
              <a:pathLst>
                <a:path w="209550" h="209550" extrusionOk="0">
                  <a:moveTo>
                    <a:pt x="104775" y="0"/>
                  </a:moveTo>
                  <a:lnTo>
                    <a:pt x="102068" y="44"/>
                  </a:lnTo>
                  <a:lnTo>
                    <a:pt x="99362" y="131"/>
                  </a:lnTo>
                  <a:lnTo>
                    <a:pt x="96699" y="306"/>
                  </a:lnTo>
                  <a:lnTo>
                    <a:pt x="94079" y="524"/>
                  </a:lnTo>
                  <a:lnTo>
                    <a:pt x="91416" y="829"/>
                  </a:lnTo>
                  <a:lnTo>
                    <a:pt x="88840" y="1222"/>
                  </a:lnTo>
                  <a:lnTo>
                    <a:pt x="86221" y="1615"/>
                  </a:lnTo>
                  <a:lnTo>
                    <a:pt x="83645" y="2139"/>
                  </a:lnTo>
                  <a:lnTo>
                    <a:pt x="81113" y="2663"/>
                  </a:lnTo>
                  <a:lnTo>
                    <a:pt x="78581" y="3318"/>
                  </a:lnTo>
                  <a:lnTo>
                    <a:pt x="76093" y="3973"/>
                  </a:lnTo>
                  <a:lnTo>
                    <a:pt x="73604" y="4715"/>
                  </a:lnTo>
                  <a:lnTo>
                    <a:pt x="71160" y="5501"/>
                  </a:lnTo>
                  <a:lnTo>
                    <a:pt x="68759" y="6374"/>
                  </a:lnTo>
                  <a:lnTo>
                    <a:pt x="66358" y="7247"/>
                  </a:lnTo>
                  <a:lnTo>
                    <a:pt x="64000" y="8251"/>
                  </a:lnTo>
                  <a:lnTo>
                    <a:pt x="61643" y="9255"/>
                  </a:lnTo>
                  <a:lnTo>
                    <a:pt x="59373" y="10347"/>
                  </a:lnTo>
                  <a:lnTo>
                    <a:pt x="57059" y="11482"/>
                  </a:lnTo>
                  <a:lnTo>
                    <a:pt x="54832" y="12660"/>
                  </a:lnTo>
                  <a:lnTo>
                    <a:pt x="52606" y="13883"/>
                  </a:lnTo>
                  <a:lnTo>
                    <a:pt x="50467" y="15149"/>
                  </a:lnTo>
                  <a:lnTo>
                    <a:pt x="48284" y="16502"/>
                  </a:lnTo>
                  <a:lnTo>
                    <a:pt x="46188" y="17899"/>
                  </a:lnTo>
                  <a:lnTo>
                    <a:pt x="44136" y="19340"/>
                  </a:lnTo>
                  <a:lnTo>
                    <a:pt x="42085" y="20824"/>
                  </a:lnTo>
                  <a:lnTo>
                    <a:pt x="40076" y="22352"/>
                  </a:lnTo>
                  <a:lnTo>
                    <a:pt x="38112" y="23924"/>
                  </a:lnTo>
                  <a:lnTo>
                    <a:pt x="36191" y="25539"/>
                  </a:lnTo>
                  <a:lnTo>
                    <a:pt x="34314" y="27198"/>
                  </a:lnTo>
                  <a:lnTo>
                    <a:pt x="32480" y="28944"/>
                  </a:lnTo>
                  <a:lnTo>
                    <a:pt x="30690" y="30690"/>
                  </a:lnTo>
                  <a:lnTo>
                    <a:pt x="28944" y="32480"/>
                  </a:lnTo>
                  <a:lnTo>
                    <a:pt x="27198" y="34314"/>
                  </a:lnTo>
                  <a:lnTo>
                    <a:pt x="25539" y="36191"/>
                  </a:lnTo>
                  <a:lnTo>
                    <a:pt x="23924" y="38112"/>
                  </a:lnTo>
                  <a:lnTo>
                    <a:pt x="22352" y="40076"/>
                  </a:lnTo>
                  <a:lnTo>
                    <a:pt x="20824" y="42085"/>
                  </a:lnTo>
                  <a:lnTo>
                    <a:pt x="19340" y="44136"/>
                  </a:lnTo>
                  <a:lnTo>
                    <a:pt x="17899" y="46188"/>
                  </a:lnTo>
                  <a:lnTo>
                    <a:pt x="16502" y="48284"/>
                  </a:lnTo>
                  <a:lnTo>
                    <a:pt x="15149" y="50467"/>
                  </a:lnTo>
                  <a:lnTo>
                    <a:pt x="13883" y="52606"/>
                  </a:lnTo>
                  <a:lnTo>
                    <a:pt x="12660" y="54832"/>
                  </a:lnTo>
                  <a:lnTo>
                    <a:pt x="11482" y="57059"/>
                  </a:lnTo>
                  <a:lnTo>
                    <a:pt x="10347" y="59373"/>
                  </a:lnTo>
                  <a:lnTo>
                    <a:pt x="9255" y="61643"/>
                  </a:lnTo>
                  <a:lnTo>
                    <a:pt x="8251" y="64000"/>
                  </a:lnTo>
                  <a:lnTo>
                    <a:pt x="7247" y="66358"/>
                  </a:lnTo>
                  <a:lnTo>
                    <a:pt x="6374" y="68759"/>
                  </a:lnTo>
                  <a:lnTo>
                    <a:pt x="5501" y="71160"/>
                  </a:lnTo>
                  <a:lnTo>
                    <a:pt x="4715" y="73604"/>
                  </a:lnTo>
                  <a:lnTo>
                    <a:pt x="3973" y="76093"/>
                  </a:lnTo>
                  <a:lnTo>
                    <a:pt x="3318" y="78581"/>
                  </a:lnTo>
                  <a:lnTo>
                    <a:pt x="2663" y="81113"/>
                  </a:lnTo>
                  <a:lnTo>
                    <a:pt x="2139" y="83645"/>
                  </a:lnTo>
                  <a:lnTo>
                    <a:pt x="1615" y="86221"/>
                  </a:lnTo>
                  <a:lnTo>
                    <a:pt x="1222" y="88840"/>
                  </a:lnTo>
                  <a:lnTo>
                    <a:pt x="829" y="91416"/>
                  </a:lnTo>
                  <a:lnTo>
                    <a:pt x="524" y="94079"/>
                  </a:lnTo>
                  <a:lnTo>
                    <a:pt x="306" y="96699"/>
                  </a:lnTo>
                  <a:lnTo>
                    <a:pt x="131" y="99362"/>
                  </a:lnTo>
                  <a:lnTo>
                    <a:pt x="44" y="102068"/>
                  </a:lnTo>
                  <a:lnTo>
                    <a:pt x="0" y="104775"/>
                  </a:lnTo>
                  <a:lnTo>
                    <a:pt x="44" y="107482"/>
                  </a:lnTo>
                  <a:lnTo>
                    <a:pt x="131" y="110188"/>
                  </a:lnTo>
                  <a:lnTo>
                    <a:pt x="306" y="112851"/>
                  </a:lnTo>
                  <a:lnTo>
                    <a:pt x="524" y="115471"/>
                  </a:lnTo>
                  <a:lnTo>
                    <a:pt x="829" y="118134"/>
                  </a:lnTo>
                  <a:lnTo>
                    <a:pt x="1222" y="120710"/>
                  </a:lnTo>
                  <a:lnTo>
                    <a:pt x="1615" y="123329"/>
                  </a:lnTo>
                  <a:lnTo>
                    <a:pt x="2139" y="125905"/>
                  </a:lnTo>
                  <a:lnTo>
                    <a:pt x="2663" y="128437"/>
                  </a:lnTo>
                  <a:lnTo>
                    <a:pt x="3318" y="130969"/>
                  </a:lnTo>
                  <a:lnTo>
                    <a:pt x="3973" y="133457"/>
                  </a:lnTo>
                  <a:lnTo>
                    <a:pt x="4715" y="135946"/>
                  </a:lnTo>
                  <a:lnTo>
                    <a:pt x="5501" y="138390"/>
                  </a:lnTo>
                  <a:lnTo>
                    <a:pt x="6374" y="140791"/>
                  </a:lnTo>
                  <a:lnTo>
                    <a:pt x="7247" y="143193"/>
                  </a:lnTo>
                  <a:lnTo>
                    <a:pt x="8251" y="145550"/>
                  </a:lnTo>
                  <a:lnTo>
                    <a:pt x="9255" y="147907"/>
                  </a:lnTo>
                  <a:lnTo>
                    <a:pt x="10347" y="150178"/>
                  </a:lnTo>
                  <a:lnTo>
                    <a:pt x="11482" y="152491"/>
                  </a:lnTo>
                  <a:lnTo>
                    <a:pt x="12660" y="154718"/>
                  </a:lnTo>
                  <a:lnTo>
                    <a:pt x="13883" y="156944"/>
                  </a:lnTo>
                  <a:lnTo>
                    <a:pt x="15149" y="159083"/>
                  </a:lnTo>
                  <a:lnTo>
                    <a:pt x="16502" y="161266"/>
                  </a:lnTo>
                  <a:lnTo>
                    <a:pt x="17899" y="163362"/>
                  </a:lnTo>
                  <a:lnTo>
                    <a:pt x="19340" y="165414"/>
                  </a:lnTo>
                  <a:lnTo>
                    <a:pt x="20824" y="167465"/>
                  </a:lnTo>
                  <a:lnTo>
                    <a:pt x="22352" y="169474"/>
                  </a:lnTo>
                  <a:lnTo>
                    <a:pt x="23924" y="171438"/>
                  </a:lnTo>
                  <a:lnTo>
                    <a:pt x="25539" y="173359"/>
                  </a:lnTo>
                  <a:lnTo>
                    <a:pt x="27198" y="175236"/>
                  </a:lnTo>
                  <a:lnTo>
                    <a:pt x="28944" y="177070"/>
                  </a:lnTo>
                  <a:lnTo>
                    <a:pt x="30690" y="178860"/>
                  </a:lnTo>
                  <a:lnTo>
                    <a:pt x="32480" y="180606"/>
                  </a:lnTo>
                  <a:lnTo>
                    <a:pt x="34314" y="182352"/>
                  </a:lnTo>
                  <a:lnTo>
                    <a:pt x="36191" y="184011"/>
                  </a:lnTo>
                  <a:lnTo>
                    <a:pt x="38112" y="185626"/>
                  </a:lnTo>
                  <a:lnTo>
                    <a:pt x="40076" y="187198"/>
                  </a:lnTo>
                  <a:lnTo>
                    <a:pt x="42085" y="188726"/>
                  </a:lnTo>
                  <a:lnTo>
                    <a:pt x="44136" y="190210"/>
                  </a:lnTo>
                  <a:lnTo>
                    <a:pt x="46188" y="191651"/>
                  </a:lnTo>
                  <a:lnTo>
                    <a:pt x="48284" y="193048"/>
                  </a:lnTo>
                  <a:lnTo>
                    <a:pt x="50467" y="194401"/>
                  </a:lnTo>
                  <a:lnTo>
                    <a:pt x="52606" y="195667"/>
                  </a:lnTo>
                  <a:lnTo>
                    <a:pt x="54832" y="196890"/>
                  </a:lnTo>
                  <a:lnTo>
                    <a:pt x="57059" y="198068"/>
                  </a:lnTo>
                  <a:lnTo>
                    <a:pt x="59373" y="199203"/>
                  </a:lnTo>
                  <a:lnTo>
                    <a:pt x="61643" y="200295"/>
                  </a:lnTo>
                  <a:lnTo>
                    <a:pt x="64000" y="201299"/>
                  </a:lnTo>
                  <a:lnTo>
                    <a:pt x="66358" y="202303"/>
                  </a:lnTo>
                  <a:lnTo>
                    <a:pt x="68759" y="203176"/>
                  </a:lnTo>
                  <a:lnTo>
                    <a:pt x="71160" y="204049"/>
                  </a:lnTo>
                  <a:lnTo>
                    <a:pt x="73604" y="204835"/>
                  </a:lnTo>
                  <a:lnTo>
                    <a:pt x="76093" y="205577"/>
                  </a:lnTo>
                  <a:lnTo>
                    <a:pt x="78581" y="206232"/>
                  </a:lnTo>
                  <a:lnTo>
                    <a:pt x="81113" y="206887"/>
                  </a:lnTo>
                  <a:lnTo>
                    <a:pt x="83645" y="207411"/>
                  </a:lnTo>
                  <a:lnTo>
                    <a:pt x="86221" y="207935"/>
                  </a:lnTo>
                  <a:lnTo>
                    <a:pt x="88840" y="208328"/>
                  </a:lnTo>
                  <a:lnTo>
                    <a:pt x="91416" y="208721"/>
                  </a:lnTo>
                  <a:lnTo>
                    <a:pt x="94079" y="209026"/>
                  </a:lnTo>
                  <a:lnTo>
                    <a:pt x="96699" y="209244"/>
                  </a:lnTo>
                  <a:lnTo>
                    <a:pt x="99362" y="209419"/>
                  </a:lnTo>
                  <a:lnTo>
                    <a:pt x="102068" y="209506"/>
                  </a:lnTo>
                  <a:lnTo>
                    <a:pt x="104775" y="209550"/>
                  </a:lnTo>
                  <a:lnTo>
                    <a:pt x="107482" y="209506"/>
                  </a:lnTo>
                  <a:lnTo>
                    <a:pt x="110188" y="209419"/>
                  </a:lnTo>
                  <a:lnTo>
                    <a:pt x="112851" y="209244"/>
                  </a:lnTo>
                  <a:lnTo>
                    <a:pt x="115471" y="209026"/>
                  </a:lnTo>
                  <a:lnTo>
                    <a:pt x="118134" y="208721"/>
                  </a:lnTo>
                  <a:lnTo>
                    <a:pt x="120710" y="208328"/>
                  </a:lnTo>
                  <a:lnTo>
                    <a:pt x="123329" y="207935"/>
                  </a:lnTo>
                  <a:lnTo>
                    <a:pt x="125905" y="207411"/>
                  </a:lnTo>
                  <a:lnTo>
                    <a:pt x="128437" y="206887"/>
                  </a:lnTo>
                  <a:lnTo>
                    <a:pt x="130969" y="206232"/>
                  </a:lnTo>
                  <a:lnTo>
                    <a:pt x="133457" y="205577"/>
                  </a:lnTo>
                  <a:lnTo>
                    <a:pt x="135946" y="204835"/>
                  </a:lnTo>
                  <a:lnTo>
                    <a:pt x="138390" y="204049"/>
                  </a:lnTo>
                  <a:lnTo>
                    <a:pt x="140791" y="203176"/>
                  </a:lnTo>
                  <a:lnTo>
                    <a:pt x="143193" y="202303"/>
                  </a:lnTo>
                  <a:lnTo>
                    <a:pt x="145550" y="201299"/>
                  </a:lnTo>
                  <a:lnTo>
                    <a:pt x="147907" y="200295"/>
                  </a:lnTo>
                  <a:lnTo>
                    <a:pt x="150178" y="199203"/>
                  </a:lnTo>
                  <a:lnTo>
                    <a:pt x="152491" y="198068"/>
                  </a:lnTo>
                  <a:lnTo>
                    <a:pt x="154718" y="196890"/>
                  </a:lnTo>
                  <a:lnTo>
                    <a:pt x="156944" y="195667"/>
                  </a:lnTo>
                  <a:lnTo>
                    <a:pt x="159083" y="194401"/>
                  </a:lnTo>
                  <a:lnTo>
                    <a:pt x="161266" y="193048"/>
                  </a:lnTo>
                  <a:lnTo>
                    <a:pt x="163362" y="191651"/>
                  </a:lnTo>
                  <a:lnTo>
                    <a:pt x="165414" y="190210"/>
                  </a:lnTo>
                  <a:lnTo>
                    <a:pt x="167465" y="188726"/>
                  </a:lnTo>
                  <a:lnTo>
                    <a:pt x="169474" y="187198"/>
                  </a:lnTo>
                  <a:lnTo>
                    <a:pt x="171438" y="185626"/>
                  </a:lnTo>
                  <a:lnTo>
                    <a:pt x="173359" y="184011"/>
                  </a:lnTo>
                  <a:lnTo>
                    <a:pt x="175236" y="182352"/>
                  </a:lnTo>
                  <a:lnTo>
                    <a:pt x="177070" y="180606"/>
                  </a:lnTo>
                  <a:lnTo>
                    <a:pt x="178860" y="178860"/>
                  </a:lnTo>
                  <a:lnTo>
                    <a:pt x="180606" y="177070"/>
                  </a:lnTo>
                  <a:lnTo>
                    <a:pt x="182352" y="175236"/>
                  </a:lnTo>
                  <a:lnTo>
                    <a:pt x="184011" y="173359"/>
                  </a:lnTo>
                  <a:lnTo>
                    <a:pt x="185626" y="171438"/>
                  </a:lnTo>
                  <a:lnTo>
                    <a:pt x="187198" y="169474"/>
                  </a:lnTo>
                  <a:lnTo>
                    <a:pt x="188726" y="167465"/>
                  </a:lnTo>
                  <a:lnTo>
                    <a:pt x="190210" y="165414"/>
                  </a:lnTo>
                  <a:lnTo>
                    <a:pt x="191651" y="163362"/>
                  </a:lnTo>
                  <a:lnTo>
                    <a:pt x="193048" y="161266"/>
                  </a:lnTo>
                  <a:lnTo>
                    <a:pt x="194401" y="159083"/>
                  </a:lnTo>
                  <a:lnTo>
                    <a:pt x="195667" y="156944"/>
                  </a:lnTo>
                  <a:lnTo>
                    <a:pt x="196890" y="154718"/>
                  </a:lnTo>
                  <a:lnTo>
                    <a:pt x="198068" y="152491"/>
                  </a:lnTo>
                  <a:lnTo>
                    <a:pt x="199203" y="150178"/>
                  </a:lnTo>
                  <a:lnTo>
                    <a:pt x="200295" y="147907"/>
                  </a:lnTo>
                  <a:lnTo>
                    <a:pt x="201299" y="145550"/>
                  </a:lnTo>
                  <a:lnTo>
                    <a:pt x="202303" y="143193"/>
                  </a:lnTo>
                  <a:lnTo>
                    <a:pt x="203176" y="140791"/>
                  </a:lnTo>
                  <a:lnTo>
                    <a:pt x="204049" y="138390"/>
                  </a:lnTo>
                  <a:lnTo>
                    <a:pt x="204835" y="135946"/>
                  </a:lnTo>
                  <a:lnTo>
                    <a:pt x="205577" y="133457"/>
                  </a:lnTo>
                  <a:lnTo>
                    <a:pt x="206232" y="130969"/>
                  </a:lnTo>
                  <a:lnTo>
                    <a:pt x="206887" y="128437"/>
                  </a:lnTo>
                  <a:lnTo>
                    <a:pt x="207411" y="125905"/>
                  </a:lnTo>
                  <a:lnTo>
                    <a:pt x="207935" y="123329"/>
                  </a:lnTo>
                  <a:lnTo>
                    <a:pt x="208328" y="120710"/>
                  </a:lnTo>
                  <a:lnTo>
                    <a:pt x="208721" y="118134"/>
                  </a:lnTo>
                  <a:lnTo>
                    <a:pt x="209026" y="115471"/>
                  </a:lnTo>
                  <a:lnTo>
                    <a:pt x="209244" y="112851"/>
                  </a:lnTo>
                  <a:lnTo>
                    <a:pt x="209419" y="110188"/>
                  </a:lnTo>
                  <a:lnTo>
                    <a:pt x="209506" y="107482"/>
                  </a:lnTo>
                  <a:lnTo>
                    <a:pt x="209550" y="104775"/>
                  </a:lnTo>
                  <a:lnTo>
                    <a:pt x="209506" y="102068"/>
                  </a:lnTo>
                  <a:lnTo>
                    <a:pt x="209419" y="99362"/>
                  </a:lnTo>
                  <a:lnTo>
                    <a:pt x="209244" y="96699"/>
                  </a:lnTo>
                  <a:lnTo>
                    <a:pt x="209026" y="94079"/>
                  </a:lnTo>
                  <a:lnTo>
                    <a:pt x="208721" y="91416"/>
                  </a:lnTo>
                  <a:lnTo>
                    <a:pt x="208328" y="88840"/>
                  </a:lnTo>
                  <a:lnTo>
                    <a:pt x="207935" y="86221"/>
                  </a:lnTo>
                  <a:lnTo>
                    <a:pt x="207411" y="83645"/>
                  </a:lnTo>
                  <a:lnTo>
                    <a:pt x="206887" y="81113"/>
                  </a:lnTo>
                  <a:lnTo>
                    <a:pt x="206232" y="78581"/>
                  </a:lnTo>
                  <a:lnTo>
                    <a:pt x="205577" y="76093"/>
                  </a:lnTo>
                  <a:lnTo>
                    <a:pt x="204835" y="73604"/>
                  </a:lnTo>
                  <a:lnTo>
                    <a:pt x="204049" y="71160"/>
                  </a:lnTo>
                  <a:lnTo>
                    <a:pt x="203176" y="68759"/>
                  </a:lnTo>
                  <a:lnTo>
                    <a:pt x="202303" y="66358"/>
                  </a:lnTo>
                  <a:lnTo>
                    <a:pt x="201299" y="64000"/>
                  </a:lnTo>
                  <a:lnTo>
                    <a:pt x="200295" y="61643"/>
                  </a:lnTo>
                  <a:lnTo>
                    <a:pt x="199203" y="59373"/>
                  </a:lnTo>
                  <a:lnTo>
                    <a:pt x="198068" y="57059"/>
                  </a:lnTo>
                  <a:lnTo>
                    <a:pt x="196890" y="54832"/>
                  </a:lnTo>
                  <a:lnTo>
                    <a:pt x="195667" y="52606"/>
                  </a:lnTo>
                  <a:lnTo>
                    <a:pt x="194401" y="50467"/>
                  </a:lnTo>
                  <a:lnTo>
                    <a:pt x="193048" y="48284"/>
                  </a:lnTo>
                  <a:lnTo>
                    <a:pt x="191651" y="46188"/>
                  </a:lnTo>
                  <a:lnTo>
                    <a:pt x="190210" y="44136"/>
                  </a:lnTo>
                  <a:lnTo>
                    <a:pt x="188726" y="42085"/>
                  </a:lnTo>
                  <a:lnTo>
                    <a:pt x="187198" y="40076"/>
                  </a:lnTo>
                  <a:lnTo>
                    <a:pt x="185626" y="38112"/>
                  </a:lnTo>
                  <a:lnTo>
                    <a:pt x="184011" y="36191"/>
                  </a:lnTo>
                  <a:lnTo>
                    <a:pt x="182352" y="34314"/>
                  </a:lnTo>
                  <a:lnTo>
                    <a:pt x="180606" y="32480"/>
                  </a:lnTo>
                  <a:lnTo>
                    <a:pt x="178860" y="30690"/>
                  </a:lnTo>
                  <a:lnTo>
                    <a:pt x="177070" y="28944"/>
                  </a:lnTo>
                  <a:lnTo>
                    <a:pt x="175236" y="27198"/>
                  </a:lnTo>
                  <a:lnTo>
                    <a:pt x="173359" y="25539"/>
                  </a:lnTo>
                  <a:lnTo>
                    <a:pt x="171438" y="23924"/>
                  </a:lnTo>
                  <a:lnTo>
                    <a:pt x="169474" y="22352"/>
                  </a:lnTo>
                  <a:lnTo>
                    <a:pt x="167465" y="20824"/>
                  </a:lnTo>
                  <a:lnTo>
                    <a:pt x="165414" y="19340"/>
                  </a:lnTo>
                  <a:lnTo>
                    <a:pt x="163362" y="17899"/>
                  </a:lnTo>
                  <a:lnTo>
                    <a:pt x="161266" y="16502"/>
                  </a:lnTo>
                  <a:lnTo>
                    <a:pt x="159083" y="15149"/>
                  </a:lnTo>
                  <a:lnTo>
                    <a:pt x="156944" y="13883"/>
                  </a:lnTo>
                  <a:lnTo>
                    <a:pt x="154718" y="12660"/>
                  </a:lnTo>
                  <a:lnTo>
                    <a:pt x="152491" y="11482"/>
                  </a:lnTo>
                  <a:lnTo>
                    <a:pt x="150178" y="10347"/>
                  </a:lnTo>
                  <a:lnTo>
                    <a:pt x="147907" y="9255"/>
                  </a:lnTo>
                  <a:lnTo>
                    <a:pt x="145550" y="8251"/>
                  </a:lnTo>
                  <a:lnTo>
                    <a:pt x="143193" y="7247"/>
                  </a:lnTo>
                  <a:lnTo>
                    <a:pt x="140791" y="6374"/>
                  </a:lnTo>
                  <a:lnTo>
                    <a:pt x="138390" y="5501"/>
                  </a:lnTo>
                  <a:lnTo>
                    <a:pt x="135946" y="4715"/>
                  </a:lnTo>
                  <a:lnTo>
                    <a:pt x="133457" y="3973"/>
                  </a:lnTo>
                  <a:lnTo>
                    <a:pt x="130969" y="3318"/>
                  </a:lnTo>
                  <a:lnTo>
                    <a:pt x="128437" y="2663"/>
                  </a:lnTo>
                  <a:lnTo>
                    <a:pt x="125905" y="2139"/>
                  </a:lnTo>
                  <a:lnTo>
                    <a:pt x="123329" y="1615"/>
                  </a:lnTo>
                  <a:lnTo>
                    <a:pt x="120710" y="1222"/>
                  </a:lnTo>
                  <a:lnTo>
                    <a:pt x="118134" y="829"/>
                  </a:lnTo>
                  <a:lnTo>
                    <a:pt x="115471" y="524"/>
                  </a:lnTo>
                  <a:lnTo>
                    <a:pt x="112851" y="306"/>
                  </a:lnTo>
                  <a:lnTo>
                    <a:pt x="110188" y="131"/>
                  </a:lnTo>
                  <a:lnTo>
                    <a:pt x="107482" y="44"/>
                  </a:lnTo>
                  <a:lnTo>
                    <a:pt x="104775" y="0"/>
                  </a:lnTo>
                  <a:close/>
                </a:path>
              </a:pathLst>
            </a:custGeom>
            <a:solidFill>
              <a:srgbClr val="001160"/>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66" name="Google Shape;166;p61"/>
            <p:cNvSpPr/>
            <p:nvPr/>
          </p:nvSpPr>
          <p:spPr>
            <a:xfrm>
              <a:off x="2413000" y="14605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28"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28"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905"/>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905"/>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905"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905"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67" name="Google Shape;167;p61"/>
            <p:cNvSpPr/>
            <p:nvPr/>
          </p:nvSpPr>
          <p:spPr>
            <a:xfrm>
              <a:off x="3460750" y="14605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905"/>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905"/>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939BBC"/>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68" name="Google Shape;168;p61"/>
            <p:cNvSpPr/>
            <p:nvPr/>
          </p:nvSpPr>
          <p:spPr>
            <a:xfrm>
              <a:off x="4508500" y="14605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905"/>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905"/>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B7800"/>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69" name="Google Shape;169;p61"/>
            <p:cNvSpPr/>
            <p:nvPr/>
          </p:nvSpPr>
          <p:spPr>
            <a:xfrm>
              <a:off x="2413000" y="250825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28"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28"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905"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905"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70" name="Google Shape;170;p61"/>
            <p:cNvSpPr/>
            <p:nvPr/>
          </p:nvSpPr>
          <p:spPr>
            <a:xfrm>
              <a:off x="3460750" y="250825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939BBC"/>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71" name="Google Shape;171;p61"/>
            <p:cNvSpPr/>
            <p:nvPr/>
          </p:nvSpPr>
          <p:spPr>
            <a:xfrm>
              <a:off x="4508500" y="250825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28"/>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28"/>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939BBC"/>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72" name="Google Shape;172;p61"/>
            <p:cNvSpPr/>
            <p:nvPr/>
          </p:nvSpPr>
          <p:spPr>
            <a:xfrm>
              <a:off x="2413000" y="35560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72"/>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28"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28"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905"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905"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72"/>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73" name="Google Shape;173;p61"/>
            <p:cNvSpPr/>
            <p:nvPr/>
          </p:nvSpPr>
          <p:spPr>
            <a:xfrm>
              <a:off x="3460750" y="35560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72"/>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72"/>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sp>
          <p:nvSpPr>
            <p:cNvPr id="174" name="Google Shape;174;p61"/>
            <p:cNvSpPr/>
            <p:nvPr/>
          </p:nvSpPr>
          <p:spPr>
            <a:xfrm>
              <a:off x="4508500" y="3556000"/>
              <a:ext cx="785825" cy="785825"/>
            </a:xfrm>
            <a:custGeom>
              <a:avLst/>
              <a:gdLst/>
              <a:ahLst/>
              <a:cxnLst/>
              <a:rect l="l" t="t" r="r" b="b"/>
              <a:pathLst>
                <a:path w="31433" h="31433" extrusionOk="0">
                  <a:moveTo>
                    <a:pt x="14887" y="0"/>
                  </a:moveTo>
                  <a:lnTo>
                    <a:pt x="14101" y="87"/>
                  </a:lnTo>
                  <a:lnTo>
                    <a:pt x="13315" y="175"/>
                  </a:lnTo>
                  <a:lnTo>
                    <a:pt x="12529" y="306"/>
                  </a:lnTo>
                  <a:lnTo>
                    <a:pt x="11787" y="480"/>
                  </a:lnTo>
                  <a:lnTo>
                    <a:pt x="11045" y="699"/>
                  </a:lnTo>
                  <a:lnTo>
                    <a:pt x="10303" y="960"/>
                  </a:lnTo>
                  <a:lnTo>
                    <a:pt x="9604" y="1222"/>
                  </a:lnTo>
                  <a:lnTo>
                    <a:pt x="8906" y="1572"/>
                  </a:lnTo>
                  <a:lnTo>
                    <a:pt x="8207" y="1877"/>
                  </a:lnTo>
                  <a:lnTo>
                    <a:pt x="7553" y="2270"/>
                  </a:lnTo>
                  <a:lnTo>
                    <a:pt x="6941" y="2663"/>
                  </a:lnTo>
                  <a:lnTo>
                    <a:pt x="6330" y="3143"/>
                  </a:lnTo>
                  <a:lnTo>
                    <a:pt x="5719" y="3580"/>
                  </a:lnTo>
                  <a:lnTo>
                    <a:pt x="5151" y="4104"/>
                  </a:lnTo>
                  <a:lnTo>
                    <a:pt x="4584" y="4584"/>
                  </a:lnTo>
                  <a:lnTo>
                    <a:pt x="4104" y="5151"/>
                  </a:lnTo>
                  <a:lnTo>
                    <a:pt x="3580" y="5719"/>
                  </a:lnTo>
                  <a:lnTo>
                    <a:pt x="3143" y="6330"/>
                  </a:lnTo>
                  <a:lnTo>
                    <a:pt x="2663" y="6941"/>
                  </a:lnTo>
                  <a:lnTo>
                    <a:pt x="2270" y="7553"/>
                  </a:lnTo>
                  <a:lnTo>
                    <a:pt x="1877" y="8207"/>
                  </a:lnTo>
                  <a:lnTo>
                    <a:pt x="1572" y="8906"/>
                  </a:lnTo>
                  <a:lnTo>
                    <a:pt x="1222" y="9604"/>
                  </a:lnTo>
                  <a:lnTo>
                    <a:pt x="960" y="10303"/>
                  </a:lnTo>
                  <a:lnTo>
                    <a:pt x="699" y="11045"/>
                  </a:lnTo>
                  <a:lnTo>
                    <a:pt x="480" y="11787"/>
                  </a:lnTo>
                  <a:lnTo>
                    <a:pt x="306" y="12529"/>
                  </a:lnTo>
                  <a:lnTo>
                    <a:pt x="175" y="13315"/>
                  </a:lnTo>
                  <a:lnTo>
                    <a:pt x="87" y="14101"/>
                  </a:lnTo>
                  <a:lnTo>
                    <a:pt x="0" y="14887"/>
                  </a:lnTo>
                  <a:lnTo>
                    <a:pt x="0" y="15716"/>
                  </a:lnTo>
                  <a:lnTo>
                    <a:pt x="0" y="16546"/>
                  </a:lnTo>
                  <a:lnTo>
                    <a:pt x="87" y="17332"/>
                  </a:lnTo>
                  <a:lnTo>
                    <a:pt x="175" y="18117"/>
                  </a:lnTo>
                  <a:lnTo>
                    <a:pt x="306" y="18903"/>
                  </a:lnTo>
                  <a:lnTo>
                    <a:pt x="480" y="19645"/>
                  </a:lnTo>
                  <a:lnTo>
                    <a:pt x="699" y="20387"/>
                  </a:lnTo>
                  <a:lnTo>
                    <a:pt x="960" y="21130"/>
                  </a:lnTo>
                  <a:lnTo>
                    <a:pt x="1222" y="21828"/>
                  </a:lnTo>
                  <a:lnTo>
                    <a:pt x="1572" y="22527"/>
                  </a:lnTo>
                  <a:lnTo>
                    <a:pt x="1877" y="23225"/>
                  </a:lnTo>
                  <a:lnTo>
                    <a:pt x="2270" y="23880"/>
                  </a:lnTo>
                  <a:lnTo>
                    <a:pt x="2663" y="24491"/>
                  </a:lnTo>
                  <a:lnTo>
                    <a:pt x="3143" y="25102"/>
                  </a:lnTo>
                  <a:lnTo>
                    <a:pt x="3580" y="25714"/>
                  </a:lnTo>
                  <a:lnTo>
                    <a:pt x="4104" y="26281"/>
                  </a:lnTo>
                  <a:lnTo>
                    <a:pt x="4584" y="26849"/>
                  </a:lnTo>
                  <a:lnTo>
                    <a:pt x="5151" y="27329"/>
                  </a:lnTo>
                  <a:lnTo>
                    <a:pt x="5719" y="27853"/>
                  </a:lnTo>
                  <a:lnTo>
                    <a:pt x="6330" y="28289"/>
                  </a:lnTo>
                  <a:lnTo>
                    <a:pt x="6941" y="28769"/>
                  </a:lnTo>
                  <a:lnTo>
                    <a:pt x="7553" y="29162"/>
                  </a:lnTo>
                  <a:lnTo>
                    <a:pt x="8207" y="29555"/>
                  </a:lnTo>
                  <a:lnTo>
                    <a:pt x="8906" y="29861"/>
                  </a:lnTo>
                  <a:lnTo>
                    <a:pt x="9604" y="30210"/>
                  </a:lnTo>
                  <a:lnTo>
                    <a:pt x="10303" y="30472"/>
                  </a:lnTo>
                  <a:lnTo>
                    <a:pt x="11045" y="30734"/>
                  </a:lnTo>
                  <a:lnTo>
                    <a:pt x="11787" y="30952"/>
                  </a:lnTo>
                  <a:lnTo>
                    <a:pt x="12529" y="31127"/>
                  </a:lnTo>
                  <a:lnTo>
                    <a:pt x="13315" y="31258"/>
                  </a:lnTo>
                  <a:lnTo>
                    <a:pt x="14101" y="31345"/>
                  </a:lnTo>
                  <a:lnTo>
                    <a:pt x="14887" y="31433"/>
                  </a:lnTo>
                  <a:lnTo>
                    <a:pt x="16546" y="31433"/>
                  </a:lnTo>
                  <a:lnTo>
                    <a:pt x="17332" y="31345"/>
                  </a:lnTo>
                  <a:lnTo>
                    <a:pt x="18117" y="31258"/>
                  </a:lnTo>
                  <a:lnTo>
                    <a:pt x="18903" y="31127"/>
                  </a:lnTo>
                  <a:lnTo>
                    <a:pt x="19645" y="30952"/>
                  </a:lnTo>
                  <a:lnTo>
                    <a:pt x="20387" y="30734"/>
                  </a:lnTo>
                  <a:lnTo>
                    <a:pt x="21130" y="30472"/>
                  </a:lnTo>
                  <a:lnTo>
                    <a:pt x="21828" y="30210"/>
                  </a:lnTo>
                  <a:lnTo>
                    <a:pt x="22527" y="29861"/>
                  </a:lnTo>
                  <a:lnTo>
                    <a:pt x="23225" y="29555"/>
                  </a:lnTo>
                  <a:lnTo>
                    <a:pt x="23880" y="29162"/>
                  </a:lnTo>
                  <a:lnTo>
                    <a:pt x="24491" y="28769"/>
                  </a:lnTo>
                  <a:lnTo>
                    <a:pt x="25102" y="28289"/>
                  </a:lnTo>
                  <a:lnTo>
                    <a:pt x="25714" y="27853"/>
                  </a:lnTo>
                  <a:lnTo>
                    <a:pt x="26281" y="27329"/>
                  </a:lnTo>
                  <a:lnTo>
                    <a:pt x="26849" y="26849"/>
                  </a:lnTo>
                  <a:lnTo>
                    <a:pt x="27329" y="26281"/>
                  </a:lnTo>
                  <a:lnTo>
                    <a:pt x="27853" y="25714"/>
                  </a:lnTo>
                  <a:lnTo>
                    <a:pt x="28289" y="25102"/>
                  </a:lnTo>
                  <a:lnTo>
                    <a:pt x="28769" y="24491"/>
                  </a:lnTo>
                  <a:lnTo>
                    <a:pt x="29162" y="23880"/>
                  </a:lnTo>
                  <a:lnTo>
                    <a:pt x="29555" y="23225"/>
                  </a:lnTo>
                  <a:lnTo>
                    <a:pt x="29861" y="22527"/>
                  </a:lnTo>
                  <a:lnTo>
                    <a:pt x="30210" y="21828"/>
                  </a:lnTo>
                  <a:lnTo>
                    <a:pt x="30472" y="21130"/>
                  </a:lnTo>
                  <a:lnTo>
                    <a:pt x="30734" y="20387"/>
                  </a:lnTo>
                  <a:lnTo>
                    <a:pt x="30952" y="19645"/>
                  </a:lnTo>
                  <a:lnTo>
                    <a:pt x="31127" y="18903"/>
                  </a:lnTo>
                  <a:lnTo>
                    <a:pt x="31258" y="18117"/>
                  </a:lnTo>
                  <a:lnTo>
                    <a:pt x="31345" y="17332"/>
                  </a:lnTo>
                  <a:lnTo>
                    <a:pt x="31433" y="16546"/>
                  </a:lnTo>
                  <a:lnTo>
                    <a:pt x="31433" y="15716"/>
                  </a:lnTo>
                  <a:lnTo>
                    <a:pt x="31433" y="14887"/>
                  </a:lnTo>
                  <a:lnTo>
                    <a:pt x="31345" y="14101"/>
                  </a:lnTo>
                  <a:lnTo>
                    <a:pt x="31258" y="13315"/>
                  </a:lnTo>
                  <a:lnTo>
                    <a:pt x="31127" y="12529"/>
                  </a:lnTo>
                  <a:lnTo>
                    <a:pt x="30952" y="11787"/>
                  </a:lnTo>
                  <a:lnTo>
                    <a:pt x="30734" y="11045"/>
                  </a:lnTo>
                  <a:lnTo>
                    <a:pt x="30472" y="10303"/>
                  </a:lnTo>
                  <a:lnTo>
                    <a:pt x="30210" y="9604"/>
                  </a:lnTo>
                  <a:lnTo>
                    <a:pt x="29861" y="8906"/>
                  </a:lnTo>
                  <a:lnTo>
                    <a:pt x="29555" y="8207"/>
                  </a:lnTo>
                  <a:lnTo>
                    <a:pt x="29162" y="7553"/>
                  </a:lnTo>
                  <a:lnTo>
                    <a:pt x="28769" y="6941"/>
                  </a:lnTo>
                  <a:lnTo>
                    <a:pt x="28289" y="6330"/>
                  </a:lnTo>
                  <a:lnTo>
                    <a:pt x="27853" y="5719"/>
                  </a:lnTo>
                  <a:lnTo>
                    <a:pt x="27329" y="5151"/>
                  </a:lnTo>
                  <a:lnTo>
                    <a:pt x="26849" y="4584"/>
                  </a:lnTo>
                  <a:lnTo>
                    <a:pt x="26281" y="4104"/>
                  </a:lnTo>
                  <a:lnTo>
                    <a:pt x="25714" y="3580"/>
                  </a:lnTo>
                  <a:lnTo>
                    <a:pt x="25102" y="3143"/>
                  </a:lnTo>
                  <a:lnTo>
                    <a:pt x="24491" y="2663"/>
                  </a:lnTo>
                  <a:lnTo>
                    <a:pt x="23880" y="2270"/>
                  </a:lnTo>
                  <a:lnTo>
                    <a:pt x="23225" y="1877"/>
                  </a:lnTo>
                  <a:lnTo>
                    <a:pt x="22527" y="1572"/>
                  </a:lnTo>
                  <a:lnTo>
                    <a:pt x="21828" y="1222"/>
                  </a:lnTo>
                  <a:lnTo>
                    <a:pt x="21130" y="960"/>
                  </a:lnTo>
                  <a:lnTo>
                    <a:pt x="20387" y="699"/>
                  </a:lnTo>
                  <a:lnTo>
                    <a:pt x="19645" y="480"/>
                  </a:lnTo>
                  <a:lnTo>
                    <a:pt x="18903" y="306"/>
                  </a:lnTo>
                  <a:lnTo>
                    <a:pt x="18117" y="175"/>
                  </a:lnTo>
                  <a:lnTo>
                    <a:pt x="17332" y="87"/>
                  </a:lnTo>
                  <a:lnTo>
                    <a:pt x="16546" y="0"/>
                  </a:lnTo>
                  <a:close/>
                </a:path>
              </a:pathLst>
            </a:custGeom>
            <a:solidFill>
              <a:srgbClr val="FFFFFF"/>
            </a:solidFill>
            <a:ln>
              <a:noFill/>
            </a:ln>
          </p:spPr>
          <p:txBody>
            <a:bodyPr spcFirstLastPara="1" wrap="square" lIns="57150" tIns="57150" rIns="57150" bIns="571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050" b="0" i="0" u="none" strike="noStrike" cap="none">
                <a:solidFill>
                  <a:srgbClr val="000000"/>
                </a:solidFill>
                <a:latin typeface="Arial"/>
                <a:ea typeface="Arial"/>
                <a:cs typeface="Arial"/>
                <a:sym typeface="Arial"/>
              </a:endParaRPr>
            </a:p>
          </p:txBody>
        </p:sp>
      </p:grpSp>
      <p:sp>
        <p:nvSpPr>
          <p:cNvPr id="175" name="Google Shape;175;p61"/>
          <p:cNvSpPr txBox="1">
            <a:spLocks noGrp="1"/>
          </p:cNvSpPr>
          <p:nvPr>
            <p:ph type="title"/>
          </p:nvPr>
        </p:nvSpPr>
        <p:spPr>
          <a:xfrm>
            <a:off x="274320" y="633984"/>
            <a:ext cx="6309450" cy="990600"/>
          </a:xfrm>
          <a:prstGeom prst="rect">
            <a:avLst/>
          </a:prstGeom>
          <a:noFill/>
          <a:ln>
            <a:noFill/>
          </a:ln>
        </p:spPr>
        <p:txBody>
          <a:bodyPr spcFirstLastPara="1" wrap="square" lIns="0" tIns="0" rIns="0" bIns="0" anchor="t" anchorCtr="0">
            <a:normAutofit/>
          </a:bodyPr>
          <a:lstStyle>
            <a:lvl1pPr marR="0" lvl="0" algn="ctr" rtl="0">
              <a:lnSpc>
                <a:spcPct val="100000"/>
              </a:lnSpc>
              <a:spcBef>
                <a:spcPts val="0"/>
              </a:spcBef>
              <a:spcAft>
                <a:spcPts val="0"/>
              </a:spcAft>
              <a:buClr>
                <a:schemeClr val="dk2"/>
              </a:buClr>
              <a:buSzPts val="3000"/>
              <a:buFont typeface="Libre Franklin ExtraBold"/>
              <a:buNone/>
              <a:defRPr sz="2250" b="0" i="0" u="none" strike="noStrike" cap="none">
                <a:solidFill>
                  <a:schemeClr val="dk2"/>
                </a:solidFill>
                <a:latin typeface="Libre Franklin ExtraBold"/>
                <a:ea typeface="Libre Franklin ExtraBold"/>
                <a:cs typeface="Libre Franklin ExtraBold"/>
                <a:sym typeface="Libre Franklin ExtraBold"/>
              </a:defRPr>
            </a:lvl1pPr>
            <a:lvl2pPr marR="0" lvl="1"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2pPr>
            <a:lvl3pPr marR="0" lvl="2"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3pPr>
            <a:lvl4pPr marR="0" lvl="3"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4pPr>
            <a:lvl5pPr marR="0" lvl="4"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5pPr>
            <a:lvl6pPr marR="0" lvl="5"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6pPr>
            <a:lvl7pPr marR="0" lvl="6"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7pPr>
            <a:lvl8pPr marR="0" lvl="7"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8pPr>
            <a:lvl9pPr marR="0" lvl="8"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9pPr>
          </a:lstStyle>
          <a:p>
            <a:r>
              <a:rPr lang="en-US"/>
              <a:t>Click to edit Master title style</a:t>
            </a:r>
            <a:endParaRPr/>
          </a:p>
        </p:txBody>
      </p:sp>
    </p:spTree>
    <p:extLst>
      <p:ext uri="{BB962C8B-B14F-4D97-AF65-F5344CB8AC3E}">
        <p14:creationId xmlns:p14="http://schemas.microsoft.com/office/powerpoint/2010/main" val="1957881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ight Title Only">
  <p:cSld name="Light Title Only">
    <p:bg>
      <p:bgPr>
        <a:solidFill>
          <a:schemeClr val="lt1"/>
        </a:solidFill>
        <a:effectLst/>
      </p:bgPr>
    </p:bg>
    <p:spTree>
      <p:nvGrpSpPr>
        <p:cNvPr id="1" name="Shape 87"/>
        <p:cNvGrpSpPr/>
        <p:nvPr/>
      </p:nvGrpSpPr>
      <p:grpSpPr>
        <a:xfrm>
          <a:off x="0" y="0"/>
          <a:ext cx="0" cy="0"/>
          <a:chOff x="0" y="0"/>
          <a:chExt cx="0" cy="0"/>
        </a:xfrm>
      </p:grpSpPr>
      <p:sp>
        <p:nvSpPr>
          <p:cNvPr id="99" name="Google Shape;99;p55"/>
          <p:cNvSpPr txBox="1">
            <a:spLocks noGrp="1"/>
          </p:cNvSpPr>
          <p:nvPr>
            <p:ph type="title"/>
          </p:nvPr>
        </p:nvSpPr>
        <p:spPr>
          <a:xfrm>
            <a:off x="274320" y="633984"/>
            <a:ext cx="6309450" cy="990600"/>
          </a:xfrm>
          <a:prstGeom prst="rect">
            <a:avLst/>
          </a:prstGeom>
          <a:noFill/>
          <a:ln>
            <a:noFill/>
          </a:ln>
        </p:spPr>
        <p:txBody>
          <a:bodyPr spcFirstLastPara="1" wrap="square" lIns="0" tIns="0" rIns="0" bIns="0" anchor="t" anchorCtr="0">
            <a:normAutofit/>
          </a:bodyPr>
          <a:lstStyle>
            <a:lvl1pPr marR="0" lvl="0" algn="ctr" rtl="0">
              <a:lnSpc>
                <a:spcPct val="100000"/>
              </a:lnSpc>
              <a:spcBef>
                <a:spcPts val="0"/>
              </a:spcBef>
              <a:spcAft>
                <a:spcPts val="0"/>
              </a:spcAft>
              <a:buClr>
                <a:schemeClr val="dk2"/>
              </a:buClr>
              <a:buSzPts val="3000"/>
              <a:buFont typeface="Libre Franklin ExtraBold"/>
              <a:buNone/>
              <a:defRPr sz="2250" b="0" i="0" u="none" strike="noStrike" cap="none">
                <a:solidFill>
                  <a:schemeClr val="dk2"/>
                </a:solidFill>
                <a:latin typeface="Libre Franklin ExtraBold"/>
                <a:ea typeface="Libre Franklin ExtraBold"/>
                <a:cs typeface="Libre Franklin ExtraBold"/>
                <a:sym typeface="Libre Franklin ExtraBold"/>
              </a:defRPr>
            </a:lvl1pPr>
            <a:lvl2pPr marR="0" lvl="1"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2pPr>
            <a:lvl3pPr marR="0" lvl="2"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3pPr>
            <a:lvl4pPr marR="0" lvl="3"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4pPr>
            <a:lvl5pPr marR="0" lvl="4"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5pPr>
            <a:lvl6pPr marR="0" lvl="5"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6pPr>
            <a:lvl7pPr marR="0" lvl="6"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7pPr>
            <a:lvl8pPr marR="0" lvl="7"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8pPr>
            <a:lvl9pPr marR="0" lvl="8"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9pPr>
          </a:lstStyle>
          <a:p>
            <a:r>
              <a:rPr lang="en-US"/>
              <a:t>Click to edit Master title style</a:t>
            </a:r>
            <a:endParaRPr/>
          </a:p>
        </p:txBody>
      </p:sp>
    </p:spTree>
    <p:extLst>
      <p:ext uri="{BB962C8B-B14F-4D97-AF65-F5344CB8AC3E}">
        <p14:creationId xmlns:p14="http://schemas.microsoft.com/office/powerpoint/2010/main" val="4667942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Figure Right">
  <p:cSld name="Title Figure Right">
    <p:spTree>
      <p:nvGrpSpPr>
        <p:cNvPr id="1" name="Shape 425"/>
        <p:cNvGrpSpPr/>
        <p:nvPr/>
      </p:nvGrpSpPr>
      <p:grpSpPr>
        <a:xfrm>
          <a:off x="0" y="0"/>
          <a:ext cx="0" cy="0"/>
          <a:chOff x="0" y="0"/>
          <a:chExt cx="0" cy="0"/>
        </a:xfrm>
      </p:grpSpPr>
      <p:sp>
        <p:nvSpPr>
          <p:cNvPr id="426" name="Google Shape;426;p59"/>
          <p:cNvSpPr txBox="1">
            <a:spLocks noGrp="1"/>
          </p:cNvSpPr>
          <p:nvPr>
            <p:ph type="title"/>
          </p:nvPr>
        </p:nvSpPr>
        <p:spPr>
          <a:xfrm>
            <a:off x="411788" y="1042513"/>
            <a:ext cx="2636100" cy="6583200"/>
          </a:xfrm>
          <a:prstGeom prst="rect">
            <a:avLst/>
          </a:prstGeom>
          <a:noFill/>
          <a:ln>
            <a:noFill/>
          </a:ln>
        </p:spPr>
        <p:txBody>
          <a:bodyPr spcFirstLastPara="1" wrap="square" lIns="0" tIns="0" rIns="0" bIns="0" anchor="ctr" anchorCtr="0">
            <a:normAutofit/>
          </a:bodyPr>
          <a:lstStyle>
            <a:lvl1pPr marR="0" lvl="0" algn="ctr" rtl="0">
              <a:lnSpc>
                <a:spcPct val="100000"/>
              </a:lnSpc>
              <a:spcBef>
                <a:spcPts val="0"/>
              </a:spcBef>
              <a:spcAft>
                <a:spcPts val="0"/>
              </a:spcAft>
              <a:buClr>
                <a:schemeClr val="dk2"/>
              </a:buClr>
              <a:buSzPts val="2800"/>
              <a:buFont typeface="Libre Franklin ExtraBold"/>
              <a:buNone/>
              <a:defRPr sz="2100" b="0" i="0" u="none" strike="noStrike" cap="none">
                <a:solidFill>
                  <a:schemeClr val="dk2"/>
                </a:solidFill>
                <a:latin typeface="Libre Franklin ExtraBold"/>
                <a:ea typeface="Libre Franklin ExtraBold"/>
                <a:cs typeface="Libre Franklin ExtraBold"/>
                <a:sym typeface="Libre Franklin ExtraBold"/>
              </a:defRPr>
            </a:lvl1pPr>
            <a:lvl2pPr marR="0" lvl="1"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2pPr>
            <a:lvl3pPr marR="0" lvl="2"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3pPr>
            <a:lvl4pPr marR="0" lvl="3"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4pPr>
            <a:lvl5pPr marR="0" lvl="4"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5pPr>
            <a:lvl6pPr marR="0" lvl="5"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6pPr>
            <a:lvl7pPr marR="0" lvl="6"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7pPr>
            <a:lvl8pPr marR="0" lvl="7"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8pPr>
            <a:lvl9pPr marR="0" lvl="8" algn="ctr" rtl="0">
              <a:lnSpc>
                <a:spcPct val="100000"/>
              </a:lnSpc>
              <a:spcBef>
                <a:spcPts val="0"/>
              </a:spcBef>
              <a:spcAft>
                <a:spcPts val="0"/>
              </a:spcAft>
              <a:buClr>
                <a:schemeClr val="dk2"/>
              </a:buClr>
              <a:buSzPts val="2600"/>
              <a:buFont typeface="Open Sans ExtraBold"/>
              <a:buNone/>
              <a:defRPr sz="1950" b="0" i="0" u="none" strike="noStrike" cap="none">
                <a:solidFill>
                  <a:schemeClr val="dk2"/>
                </a:solidFill>
                <a:latin typeface="Open Sans ExtraBold"/>
                <a:ea typeface="Open Sans ExtraBold"/>
                <a:cs typeface="Open Sans ExtraBold"/>
                <a:sym typeface="Open Sans ExtraBold"/>
              </a:defRPr>
            </a:lvl9pPr>
          </a:lstStyle>
          <a:p>
            <a:r>
              <a:rPr lang="en-US"/>
              <a:t>Click to edit Master title style</a:t>
            </a:r>
            <a:endParaRPr/>
          </a:p>
        </p:txBody>
      </p:sp>
      <p:grpSp>
        <p:nvGrpSpPr>
          <p:cNvPr id="427" name="Google Shape;427;p59"/>
          <p:cNvGrpSpPr/>
          <p:nvPr/>
        </p:nvGrpSpPr>
        <p:grpSpPr>
          <a:xfrm>
            <a:off x="-2" y="-32846"/>
            <a:ext cx="1601045" cy="2710023"/>
            <a:chOff x="-2" y="-18950"/>
            <a:chExt cx="2134726" cy="1563475"/>
          </a:xfrm>
        </p:grpSpPr>
        <p:pic>
          <p:nvPicPr>
            <p:cNvPr id="428" name="Google Shape;428;p59"/>
            <p:cNvPicPr preferRelativeResize="0"/>
            <p:nvPr/>
          </p:nvPicPr>
          <p:blipFill rotWithShape="1">
            <a:blip r:embed="rId2">
              <a:alphaModFix/>
            </a:blip>
            <a:srcRect l="27272"/>
            <a:stretch/>
          </p:blipFill>
          <p:spPr>
            <a:xfrm>
              <a:off x="-2" y="-18950"/>
              <a:ext cx="1652225" cy="1563475"/>
            </a:xfrm>
            <a:prstGeom prst="rect">
              <a:avLst/>
            </a:prstGeom>
            <a:noFill/>
            <a:ln>
              <a:noFill/>
            </a:ln>
          </p:spPr>
        </p:pic>
        <p:pic>
          <p:nvPicPr>
            <p:cNvPr id="429" name="Google Shape;429;p59"/>
            <p:cNvPicPr preferRelativeResize="0"/>
            <p:nvPr/>
          </p:nvPicPr>
          <p:blipFill rotWithShape="1">
            <a:blip r:embed="rId3">
              <a:alphaModFix/>
            </a:blip>
            <a:srcRect t="40905"/>
            <a:stretch/>
          </p:blipFill>
          <p:spPr>
            <a:xfrm>
              <a:off x="589575" y="-18947"/>
              <a:ext cx="1545150" cy="629399"/>
            </a:xfrm>
            <a:prstGeom prst="rect">
              <a:avLst/>
            </a:prstGeom>
            <a:noFill/>
            <a:ln>
              <a:noFill/>
            </a:ln>
          </p:spPr>
        </p:pic>
        <p:pic>
          <p:nvPicPr>
            <p:cNvPr id="430" name="Google Shape;430;p59"/>
            <p:cNvPicPr preferRelativeResize="0"/>
            <p:nvPr/>
          </p:nvPicPr>
          <p:blipFill>
            <a:blip r:embed="rId4">
              <a:alphaModFix/>
            </a:blip>
            <a:stretch>
              <a:fillRect/>
            </a:stretch>
          </p:blipFill>
          <p:spPr>
            <a:xfrm>
              <a:off x="737511" y="69445"/>
              <a:ext cx="1031859" cy="711226"/>
            </a:xfrm>
            <a:prstGeom prst="rect">
              <a:avLst/>
            </a:prstGeom>
            <a:noFill/>
            <a:ln>
              <a:noFill/>
            </a:ln>
          </p:spPr>
        </p:pic>
      </p:grpSp>
    </p:spTree>
    <p:extLst>
      <p:ext uri="{BB962C8B-B14F-4D97-AF65-F5344CB8AC3E}">
        <p14:creationId xmlns:p14="http://schemas.microsoft.com/office/powerpoint/2010/main" val="2421163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1">
  <p:cSld name="Blank 1">
    <p:bg>
      <p:bgPr>
        <a:solidFill>
          <a:schemeClr val="lt1"/>
        </a:solidFill>
        <a:effectLst/>
      </p:bgPr>
    </p:bg>
    <p:spTree>
      <p:nvGrpSpPr>
        <p:cNvPr id="1" name="Shape 431"/>
        <p:cNvGrpSpPr/>
        <p:nvPr/>
      </p:nvGrpSpPr>
      <p:grpSpPr>
        <a:xfrm>
          <a:off x="0" y="0"/>
          <a:ext cx="0" cy="0"/>
          <a:chOff x="0" y="0"/>
          <a:chExt cx="0" cy="0"/>
        </a:xfrm>
      </p:grpSpPr>
    </p:spTree>
    <p:extLst>
      <p:ext uri="{BB962C8B-B14F-4D97-AF65-F5344CB8AC3E}">
        <p14:creationId xmlns:p14="http://schemas.microsoft.com/office/powerpoint/2010/main" val="1381317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91779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33775" y="771377"/>
            <a:ext cx="6390450" cy="99268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233775" y="1997623"/>
            <a:ext cx="6390450" cy="592176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Tree>
    <p:extLst>
      <p:ext uri="{BB962C8B-B14F-4D97-AF65-F5344CB8AC3E}">
        <p14:creationId xmlns:p14="http://schemas.microsoft.com/office/powerpoint/2010/main" val="201867847"/>
      </p:ext>
    </p:extLst>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20" r:id="rId23"/>
    <p:sldLayoutId id="2147483721" r:id="rId24"/>
    <p:sldLayoutId id="2147483725" r:id="rId25"/>
    <p:sldLayoutId id="2147483726" r:id="rId26"/>
    <p:sldLayoutId id="2147483727" r:id="rId27"/>
    <p:sldLayoutId id="2147483728" r:id="rId2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Libre Franklin" pitchFamily="2" charset="77"/>
          <a:ea typeface="Libre Franklin" pitchFamily="2" charset="77"/>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Libre Franklin" pitchFamily="2" charset="77"/>
          <a:ea typeface="Libre Franklin" pitchFamily="2" charset="77"/>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EA6198-DCB5-18EB-1FA1-16DF2AE801C0}"/>
              </a:ext>
            </a:extLst>
          </p:cNvPr>
          <p:cNvSpPr txBox="1"/>
          <p:nvPr/>
        </p:nvSpPr>
        <p:spPr>
          <a:xfrm>
            <a:off x="282063" y="215306"/>
            <a:ext cx="3429000" cy="461665"/>
          </a:xfrm>
          <a:prstGeom prst="rect">
            <a:avLst/>
          </a:prstGeom>
          <a:noFill/>
        </p:spPr>
        <p:txBody>
          <a:bodyPr wrap="square">
            <a:spAutoFit/>
          </a:bodyPr>
          <a:lstStyle/>
          <a:p>
            <a:r>
              <a:rPr lang="en-US" sz="2400" b="1" dirty="0">
                <a:solidFill>
                  <a:srgbClr val="202971"/>
                </a:solidFill>
                <a:latin typeface="Avenir Next Demi Bold" panose="020B0503020202020204" pitchFamily="34" charset="0"/>
              </a:rPr>
              <a:t>The ACME Story</a:t>
            </a:r>
          </a:p>
        </p:txBody>
      </p:sp>
      <p:sp>
        <p:nvSpPr>
          <p:cNvPr id="7" name="TextBox 6">
            <a:extLst>
              <a:ext uri="{FF2B5EF4-FFF2-40B4-BE49-F238E27FC236}">
                <a16:creationId xmlns:a16="http://schemas.microsoft.com/office/drawing/2014/main" id="{D6DF5583-12DF-A04B-9279-446A2AC3D382}"/>
              </a:ext>
            </a:extLst>
          </p:cNvPr>
          <p:cNvSpPr txBox="1"/>
          <p:nvPr/>
        </p:nvSpPr>
        <p:spPr>
          <a:xfrm>
            <a:off x="5173918" y="215874"/>
            <a:ext cx="1402019" cy="482824"/>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pPr algn="r">
              <a:lnSpc>
                <a:spcPts val="1480"/>
              </a:lnSpc>
            </a:pPr>
            <a:r>
              <a:rPr lang="en-US" sz="1400" dirty="0">
                <a:solidFill>
                  <a:srgbClr val="202971"/>
                </a:solidFill>
              </a:rPr>
              <a:t>The “A” Side</a:t>
            </a:r>
          </a:p>
          <a:p>
            <a:pPr algn="r">
              <a:lnSpc>
                <a:spcPts val="1480"/>
              </a:lnSpc>
            </a:pPr>
            <a:r>
              <a:rPr lang="en-US" sz="1400" b="0" dirty="0">
                <a:solidFill>
                  <a:srgbClr val="202971"/>
                </a:solidFill>
                <a:latin typeface="Avenir Next" panose="020B0503020202020204" pitchFamily="34" charset="0"/>
              </a:rPr>
              <a:t>Our Message</a:t>
            </a:r>
          </a:p>
        </p:txBody>
      </p:sp>
      <p:sp>
        <p:nvSpPr>
          <p:cNvPr id="9" name="Rectangle 8">
            <a:extLst>
              <a:ext uri="{FF2B5EF4-FFF2-40B4-BE49-F238E27FC236}">
                <a16:creationId xmlns:a16="http://schemas.microsoft.com/office/drawing/2014/main" id="{995D742D-7CEA-08C2-1AD4-4678AEB72232}"/>
              </a:ext>
            </a:extLst>
          </p:cNvPr>
          <p:cNvSpPr/>
          <p:nvPr/>
        </p:nvSpPr>
        <p:spPr>
          <a:xfrm>
            <a:off x="397413" y="764945"/>
            <a:ext cx="6063174" cy="62170"/>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10" name="Rectangle 9">
            <a:extLst>
              <a:ext uri="{FF2B5EF4-FFF2-40B4-BE49-F238E27FC236}">
                <a16:creationId xmlns:a16="http://schemas.microsoft.com/office/drawing/2014/main" id="{AD1D1906-6501-FF52-C764-BB286376C861}"/>
              </a:ext>
            </a:extLst>
          </p:cNvPr>
          <p:cNvSpPr/>
          <p:nvPr/>
        </p:nvSpPr>
        <p:spPr>
          <a:xfrm>
            <a:off x="397413" y="1379746"/>
            <a:ext cx="6063174" cy="62170"/>
          </a:xfrm>
          <a:prstGeom prst="rect">
            <a:avLst/>
          </a:prstGeom>
          <a:solidFill>
            <a:srgbClr val="4294B0"/>
          </a:solidFill>
          <a:ln>
            <a:solidFill>
              <a:srgbClr val="4294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00C3FA-1FC4-D857-508B-8E6E25F272A7}"/>
              </a:ext>
            </a:extLst>
          </p:cNvPr>
          <p:cNvSpPr/>
          <p:nvPr/>
        </p:nvSpPr>
        <p:spPr>
          <a:xfrm>
            <a:off x="1194389" y="1856232"/>
            <a:ext cx="971689" cy="500571"/>
          </a:xfrm>
          <a:prstGeom prst="rect">
            <a:avLst/>
          </a:prstGeom>
          <a:solidFill>
            <a:srgbClr val="4294B0"/>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tIns="64008" rtlCol="0" anchor="ctr"/>
          <a:lstStyle/>
          <a:p>
            <a:pPr algn="ctr">
              <a:lnSpc>
                <a:spcPts val="1000"/>
              </a:lnSpc>
            </a:pPr>
            <a:r>
              <a:rPr lang="en-US" sz="1000" b="1" dirty="0">
                <a:latin typeface="Avenir Next Demi Bold" panose="020B0503020202020204" pitchFamily="34" charset="0"/>
              </a:rPr>
              <a:t>Increase conversion rates</a:t>
            </a:r>
          </a:p>
        </p:txBody>
      </p:sp>
      <p:sp>
        <p:nvSpPr>
          <p:cNvPr id="12" name="Rectangle 11">
            <a:extLst>
              <a:ext uri="{FF2B5EF4-FFF2-40B4-BE49-F238E27FC236}">
                <a16:creationId xmlns:a16="http://schemas.microsoft.com/office/drawing/2014/main" id="{9C753E39-DF15-9760-EA06-9FC880AC8413}"/>
              </a:ext>
            </a:extLst>
          </p:cNvPr>
          <p:cNvSpPr/>
          <p:nvPr/>
        </p:nvSpPr>
        <p:spPr>
          <a:xfrm>
            <a:off x="397413" y="1379746"/>
            <a:ext cx="6063174" cy="62170"/>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15" name="TextBox 14">
            <a:extLst>
              <a:ext uri="{FF2B5EF4-FFF2-40B4-BE49-F238E27FC236}">
                <a16:creationId xmlns:a16="http://schemas.microsoft.com/office/drawing/2014/main" id="{4D455D07-94F2-A85C-EF41-EE62CBE3BA3D}"/>
              </a:ext>
            </a:extLst>
          </p:cNvPr>
          <p:cNvSpPr txBox="1"/>
          <p:nvPr/>
        </p:nvSpPr>
        <p:spPr>
          <a:xfrm>
            <a:off x="290556" y="858317"/>
            <a:ext cx="2040414" cy="307777"/>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r>
              <a:rPr lang="en-US" sz="1400" dirty="0">
                <a:solidFill>
                  <a:srgbClr val="594E86"/>
                </a:solidFill>
              </a:rPr>
              <a:t>Why ACME Exists</a:t>
            </a:r>
          </a:p>
        </p:txBody>
      </p:sp>
      <p:sp>
        <p:nvSpPr>
          <p:cNvPr id="16" name="TextBox 15">
            <a:extLst>
              <a:ext uri="{FF2B5EF4-FFF2-40B4-BE49-F238E27FC236}">
                <a16:creationId xmlns:a16="http://schemas.microsoft.com/office/drawing/2014/main" id="{C55AA559-4312-D6E5-1B39-C917E2679139}"/>
              </a:ext>
            </a:extLst>
          </p:cNvPr>
          <p:cNvSpPr txBox="1"/>
          <p:nvPr/>
        </p:nvSpPr>
        <p:spPr>
          <a:xfrm>
            <a:off x="290556" y="1091102"/>
            <a:ext cx="3241785" cy="276999"/>
          </a:xfrm>
          <a:prstGeom prst="rect">
            <a:avLst/>
          </a:prstGeom>
          <a:noFill/>
        </p:spPr>
        <p:txBody>
          <a:bodyPr wrap="none" rtlCol="0">
            <a:spAutoFit/>
          </a:bodyPr>
          <a:lstStyle/>
          <a:p>
            <a:r>
              <a:rPr lang="en-US" sz="1200" dirty="0">
                <a:latin typeface="Avenir Next" panose="020B0503020202020204" pitchFamily="34" charset="0"/>
              </a:rPr>
              <a:t>ACME gets customers to hit the buy button.</a:t>
            </a:r>
          </a:p>
        </p:txBody>
      </p:sp>
      <p:sp>
        <p:nvSpPr>
          <p:cNvPr id="17" name="TextBox 16">
            <a:extLst>
              <a:ext uri="{FF2B5EF4-FFF2-40B4-BE49-F238E27FC236}">
                <a16:creationId xmlns:a16="http://schemas.microsoft.com/office/drawing/2014/main" id="{08782C45-BA0C-9155-9C70-B26F06F552C5}"/>
              </a:ext>
            </a:extLst>
          </p:cNvPr>
          <p:cNvSpPr txBox="1"/>
          <p:nvPr/>
        </p:nvSpPr>
        <p:spPr>
          <a:xfrm>
            <a:off x="282063" y="1487628"/>
            <a:ext cx="2040414" cy="307777"/>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r>
              <a:rPr lang="en-US" sz="1400" dirty="0">
                <a:solidFill>
                  <a:srgbClr val="594E86"/>
                </a:solidFill>
              </a:rPr>
              <a:t>Business Outcomes</a:t>
            </a:r>
          </a:p>
        </p:txBody>
      </p:sp>
      <p:sp>
        <p:nvSpPr>
          <p:cNvPr id="18" name="TextBox 17">
            <a:extLst>
              <a:ext uri="{FF2B5EF4-FFF2-40B4-BE49-F238E27FC236}">
                <a16:creationId xmlns:a16="http://schemas.microsoft.com/office/drawing/2014/main" id="{CA1DC20D-995A-62C2-693D-BC42DAD4ADDD}"/>
              </a:ext>
            </a:extLst>
          </p:cNvPr>
          <p:cNvSpPr txBox="1"/>
          <p:nvPr/>
        </p:nvSpPr>
        <p:spPr>
          <a:xfrm>
            <a:off x="282062" y="4196082"/>
            <a:ext cx="2613045" cy="307777"/>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r>
              <a:rPr lang="en-US" sz="1400" dirty="0">
                <a:solidFill>
                  <a:srgbClr val="594E86"/>
                </a:solidFill>
              </a:rPr>
              <a:t>Solution Differentiation</a:t>
            </a:r>
          </a:p>
        </p:txBody>
      </p:sp>
      <p:sp>
        <p:nvSpPr>
          <p:cNvPr id="19" name="TextBox 18">
            <a:extLst>
              <a:ext uri="{FF2B5EF4-FFF2-40B4-BE49-F238E27FC236}">
                <a16:creationId xmlns:a16="http://schemas.microsoft.com/office/drawing/2014/main" id="{9423789F-7FD6-D56A-2F05-470A101F5EF0}"/>
              </a:ext>
            </a:extLst>
          </p:cNvPr>
          <p:cNvSpPr txBox="1"/>
          <p:nvPr/>
        </p:nvSpPr>
        <p:spPr>
          <a:xfrm>
            <a:off x="298253" y="6738403"/>
            <a:ext cx="2040414" cy="307777"/>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r>
              <a:rPr lang="en-US" sz="1400" dirty="0">
                <a:solidFill>
                  <a:srgbClr val="594E86"/>
                </a:solidFill>
              </a:rPr>
              <a:t>Success Stories</a:t>
            </a:r>
          </a:p>
        </p:txBody>
      </p:sp>
      <p:sp>
        <p:nvSpPr>
          <p:cNvPr id="20" name="TextBox 19">
            <a:extLst>
              <a:ext uri="{FF2B5EF4-FFF2-40B4-BE49-F238E27FC236}">
                <a16:creationId xmlns:a16="http://schemas.microsoft.com/office/drawing/2014/main" id="{90EFEA61-7CD9-8241-291D-5570E48F4570}"/>
              </a:ext>
            </a:extLst>
          </p:cNvPr>
          <p:cNvSpPr txBox="1"/>
          <p:nvPr/>
        </p:nvSpPr>
        <p:spPr>
          <a:xfrm>
            <a:off x="4309421" y="1508163"/>
            <a:ext cx="2040414" cy="307777"/>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r>
              <a:rPr lang="en-US" sz="1400" dirty="0">
                <a:solidFill>
                  <a:srgbClr val="594E86"/>
                </a:solidFill>
              </a:rPr>
              <a:t>Our Solution</a:t>
            </a:r>
          </a:p>
        </p:txBody>
      </p:sp>
      <p:sp>
        <p:nvSpPr>
          <p:cNvPr id="21" name="Rectangle 20">
            <a:extLst>
              <a:ext uri="{FF2B5EF4-FFF2-40B4-BE49-F238E27FC236}">
                <a16:creationId xmlns:a16="http://schemas.microsoft.com/office/drawing/2014/main" id="{DCAFBB08-64FC-BDE7-BD03-850563B83CA2}"/>
              </a:ext>
            </a:extLst>
          </p:cNvPr>
          <p:cNvSpPr/>
          <p:nvPr/>
        </p:nvSpPr>
        <p:spPr>
          <a:xfrm>
            <a:off x="397413" y="4113275"/>
            <a:ext cx="6063174" cy="62170"/>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22" name="Rectangle 21">
            <a:extLst>
              <a:ext uri="{FF2B5EF4-FFF2-40B4-BE49-F238E27FC236}">
                <a16:creationId xmlns:a16="http://schemas.microsoft.com/office/drawing/2014/main" id="{518CA5C7-ACEC-C36B-49C2-01B51F8396F9}"/>
              </a:ext>
            </a:extLst>
          </p:cNvPr>
          <p:cNvSpPr/>
          <p:nvPr/>
        </p:nvSpPr>
        <p:spPr>
          <a:xfrm>
            <a:off x="397413" y="6638531"/>
            <a:ext cx="6063174" cy="62170"/>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23" name="TextBox 22">
            <a:extLst>
              <a:ext uri="{FF2B5EF4-FFF2-40B4-BE49-F238E27FC236}">
                <a16:creationId xmlns:a16="http://schemas.microsoft.com/office/drawing/2014/main" id="{D9C47295-80AA-49DF-D412-395B13F23599}"/>
              </a:ext>
            </a:extLst>
          </p:cNvPr>
          <p:cNvSpPr txBox="1"/>
          <p:nvPr/>
        </p:nvSpPr>
        <p:spPr>
          <a:xfrm>
            <a:off x="2173573" y="1906759"/>
            <a:ext cx="1544985" cy="455894"/>
          </a:xfrm>
          <a:prstGeom prst="rect">
            <a:avLst/>
          </a:prstGeom>
          <a:noFill/>
        </p:spPr>
        <p:txBody>
          <a:bodyPr wrap="square" rtlCol="0">
            <a:spAutoFit/>
          </a:bodyPr>
          <a:lstStyle/>
          <a:p>
            <a:pPr>
              <a:lnSpc>
                <a:spcPts val="660"/>
              </a:lnSpc>
            </a:pPr>
            <a:r>
              <a:rPr lang="en-US" sz="700" dirty="0">
                <a:effectLst/>
                <a:latin typeface="Avenir Next" panose="020B0503020202020204" pitchFamily="34" charset="0"/>
              </a:rPr>
              <a:t>Leverage AI to serve the best customer journey, maximizing the likelihood that the customer hits the buy button.</a:t>
            </a:r>
          </a:p>
        </p:txBody>
      </p:sp>
      <p:sp>
        <p:nvSpPr>
          <p:cNvPr id="24" name="TextBox 23">
            <a:extLst>
              <a:ext uri="{FF2B5EF4-FFF2-40B4-BE49-F238E27FC236}">
                <a16:creationId xmlns:a16="http://schemas.microsoft.com/office/drawing/2014/main" id="{C8AC14FE-1BDE-FBB8-6D1C-CE1A32EF4517}"/>
              </a:ext>
            </a:extLst>
          </p:cNvPr>
          <p:cNvSpPr txBox="1"/>
          <p:nvPr/>
        </p:nvSpPr>
        <p:spPr>
          <a:xfrm>
            <a:off x="2166078" y="2427865"/>
            <a:ext cx="1424065" cy="366126"/>
          </a:xfrm>
          <a:prstGeom prst="rect">
            <a:avLst/>
          </a:prstGeom>
          <a:noFill/>
        </p:spPr>
        <p:txBody>
          <a:bodyPr wrap="square" rtlCol="0">
            <a:spAutoFit/>
          </a:bodyPr>
          <a:lstStyle>
            <a:defPPr>
              <a:defRPr lang="en-US"/>
            </a:defPPr>
            <a:lvl1pPr>
              <a:lnSpc>
                <a:spcPts val="660"/>
              </a:lnSpc>
              <a:defRPr sz="700">
                <a:effectLst/>
                <a:latin typeface="Avenir Next" panose="020B0503020202020204" pitchFamily="34" charset="0"/>
              </a:defRPr>
            </a:lvl1pPr>
          </a:lstStyle>
          <a:p>
            <a:r>
              <a:rPr lang="en-US" dirty="0"/>
              <a:t>Optimize not only for the conversion, but for the total value of the shopping cart.</a:t>
            </a:r>
          </a:p>
        </p:txBody>
      </p:sp>
      <p:sp>
        <p:nvSpPr>
          <p:cNvPr id="25" name="TextBox 24">
            <a:extLst>
              <a:ext uri="{FF2B5EF4-FFF2-40B4-BE49-F238E27FC236}">
                <a16:creationId xmlns:a16="http://schemas.microsoft.com/office/drawing/2014/main" id="{92FC36D3-7AB8-D533-E851-B6167DF64229}"/>
              </a:ext>
            </a:extLst>
          </p:cNvPr>
          <p:cNvSpPr txBox="1"/>
          <p:nvPr/>
        </p:nvSpPr>
        <p:spPr>
          <a:xfrm>
            <a:off x="813466" y="2991570"/>
            <a:ext cx="1424064" cy="276358"/>
          </a:xfrm>
          <a:prstGeom prst="rect">
            <a:avLst/>
          </a:prstGeom>
          <a:noFill/>
        </p:spPr>
        <p:txBody>
          <a:bodyPr wrap="square" rtlCol="0">
            <a:spAutoFit/>
          </a:bodyPr>
          <a:lstStyle>
            <a:defPPr>
              <a:defRPr lang="en-US"/>
            </a:defPPr>
            <a:lvl1pPr>
              <a:lnSpc>
                <a:spcPts val="660"/>
              </a:lnSpc>
              <a:defRPr sz="700">
                <a:effectLst/>
                <a:latin typeface="Avenir Next" panose="020B0503020202020204" pitchFamily="34" charset="0"/>
              </a:defRPr>
            </a:lvl1pPr>
          </a:lstStyle>
          <a:p>
            <a:r>
              <a:rPr lang="en-US" dirty="0"/>
              <a:t>Stop wasting money on traffic that doesn’t convert.</a:t>
            </a:r>
          </a:p>
        </p:txBody>
      </p:sp>
      <p:sp>
        <p:nvSpPr>
          <p:cNvPr id="26" name="TextBox 25">
            <a:extLst>
              <a:ext uri="{FF2B5EF4-FFF2-40B4-BE49-F238E27FC236}">
                <a16:creationId xmlns:a16="http://schemas.microsoft.com/office/drawing/2014/main" id="{94547528-39C5-C6A5-EFBE-65285DA51EA0}"/>
              </a:ext>
            </a:extLst>
          </p:cNvPr>
          <p:cNvSpPr txBox="1"/>
          <p:nvPr/>
        </p:nvSpPr>
        <p:spPr>
          <a:xfrm>
            <a:off x="809468" y="3406647"/>
            <a:ext cx="1424064" cy="366126"/>
          </a:xfrm>
          <a:prstGeom prst="rect">
            <a:avLst/>
          </a:prstGeom>
          <a:noFill/>
        </p:spPr>
        <p:txBody>
          <a:bodyPr wrap="square" rtlCol="0">
            <a:spAutoFit/>
          </a:bodyPr>
          <a:lstStyle>
            <a:defPPr>
              <a:defRPr lang="en-US"/>
            </a:defPPr>
            <a:lvl1pPr>
              <a:lnSpc>
                <a:spcPts val="660"/>
              </a:lnSpc>
              <a:defRPr sz="700">
                <a:effectLst/>
                <a:latin typeface="Avenir Next" panose="020B0503020202020204" pitchFamily="34" charset="0"/>
              </a:defRPr>
            </a:lvl1pPr>
          </a:lstStyle>
          <a:p>
            <a:r>
              <a:rPr lang="en-US" dirty="0"/>
              <a:t>Don’t pay top dollar for ideas that waste time and traffic to test; explore every idea.</a:t>
            </a:r>
          </a:p>
        </p:txBody>
      </p:sp>
      <p:sp>
        <p:nvSpPr>
          <p:cNvPr id="28" name="TextBox 27">
            <a:extLst>
              <a:ext uri="{FF2B5EF4-FFF2-40B4-BE49-F238E27FC236}">
                <a16:creationId xmlns:a16="http://schemas.microsoft.com/office/drawing/2014/main" id="{9D23CD71-E393-2FFA-3D3D-D4A3F393003E}"/>
              </a:ext>
            </a:extLst>
          </p:cNvPr>
          <p:cNvSpPr txBox="1"/>
          <p:nvPr/>
        </p:nvSpPr>
        <p:spPr>
          <a:xfrm>
            <a:off x="2901097" y="3205519"/>
            <a:ext cx="1162367" cy="407804"/>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pPr algn="r">
              <a:lnSpc>
                <a:spcPts val="1240"/>
              </a:lnSpc>
            </a:pPr>
            <a:r>
              <a:rPr lang="en-US" sz="1200" dirty="0">
                <a:solidFill>
                  <a:schemeClr val="tx1"/>
                </a:solidFill>
                <a:latin typeface="Avenir Next" panose="020B0503020202020204" pitchFamily="34" charset="0"/>
              </a:rPr>
              <a:t>Reduce Expenses</a:t>
            </a:r>
          </a:p>
        </p:txBody>
      </p:sp>
      <p:sp>
        <p:nvSpPr>
          <p:cNvPr id="29" name="TextBox 28">
            <a:extLst>
              <a:ext uri="{FF2B5EF4-FFF2-40B4-BE49-F238E27FC236}">
                <a16:creationId xmlns:a16="http://schemas.microsoft.com/office/drawing/2014/main" id="{F1557365-9B0E-B91A-7548-14F4C828A32F}"/>
              </a:ext>
            </a:extLst>
          </p:cNvPr>
          <p:cNvSpPr txBox="1"/>
          <p:nvPr/>
        </p:nvSpPr>
        <p:spPr>
          <a:xfrm>
            <a:off x="334078" y="2043869"/>
            <a:ext cx="860312" cy="407804"/>
          </a:xfrm>
          <a:prstGeom prst="rect">
            <a:avLst/>
          </a:prstGeom>
          <a:noFill/>
        </p:spPr>
        <p:txBody>
          <a:bodyPr wrap="square">
            <a:spAutoFit/>
          </a:bodyPr>
          <a:lstStyle>
            <a:defPPr>
              <a:defRPr lang="en-US"/>
            </a:defPPr>
            <a:lvl1pPr algn="r">
              <a:lnSpc>
                <a:spcPts val="1240"/>
              </a:lnSpc>
              <a:defRPr sz="1200" b="1">
                <a:latin typeface="Avenir Next" panose="020B0503020202020204" pitchFamily="34" charset="0"/>
              </a:defRPr>
            </a:lvl1pPr>
          </a:lstStyle>
          <a:p>
            <a:pPr algn="l"/>
            <a:r>
              <a:rPr lang="en-US" dirty="0"/>
              <a:t>Grow Revenue</a:t>
            </a:r>
          </a:p>
        </p:txBody>
      </p:sp>
      <p:sp>
        <p:nvSpPr>
          <p:cNvPr id="30" name="Rectangle 29">
            <a:extLst>
              <a:ext uri="{FF2B5EF4-FFF2-40B4-BE49-F238E27FC236}">
                <a16:creationId xmlns:a16="http://schemas.microsoft.com/office/drawing/2014/main" id="{E702B261-7F70-62E9-C75D-953576A169E4}"/>
              </a:ext>
            </a:extLst>
          </p:cNvPr>
          <p:cNvSpPr/>
          <p:nvPr/>
        </p:nvSpPr>
        <p:spPr>
          <a:xfrm>
            <a:off x="1198136" y="2350757"/>
            <a:ext cx="971689" cy="500571"/>
          </a:xfrm>
          <a:prstGeom prst="rect">
            <a:avLst/>
          </a:prstGeom>
          <a:solidFill>
            <a:srgbClr val="4294B0"/>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tIns="64008" rtlCol="0" anchor="ctr"/>
          <a:lstStyle/>
          <a:p>
            <a:pPr algn="ctr">
              <a:lnSpc>
                <a:spcPts val="1000"/>
              </a:lnSpc>
            </a:pPr>
            <a:r>
              <a:rPr lang="en-US" sz="1000" b="1" dirty="0">
                <a:latin typeface="Avenir Next Demi Bold" panose="020B0503020202020204" pitchFamily="34" charset="0"/>
              </a:rPr>
              <a:t>Maximize transaction value</a:t>
            </a:r>
          </a:p>
        </p:txBody>
      </p:sp>
      <p:sp>
        <p:nvSpPr>
          <p:cNvPr id="31" name="Rectangle 30">
            <a:extLst>
              <a:ext uri="{FF2B5EF4-FFF2-40B4-BE49-F238E27FC236}">
                <a16:creationId xmlns:a16="http://schemas.microsoft.com/office/drawing/2014/main" id="{59ADF4D7-4579-3458-2D22-F3C54487F671}"/>
              </a:ext>
            </a:extLst>
          </p:cNvPr>
          <p:cNvSpPr/>
          <p:nvPr/>
        </p:nvSpPr>
        <p:spPr>
          <a:xfrm>
            <a:off x="2207298" y="2868319"/>
            <a:ext cx="971689" cy="500571"/>
          </a:xfrm>
          <a:prstGeom prst="rect">
            <a:avLst/>
          </a:prstGeom>
          <a:solidFill>
            <a:srgbClr val="802517"/>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tIns="64008" rtlCol="0" anchor="ctr"/>
          <a:lstStyle/>
          <a:p>
            <a:pPr algn="ctr">
              <a:lnSpc>
                <a:spcPts val="1000"/>
              </a:lnSpc>
            </a:pPr>
            <a:r>
              <a:rPr lang="en-US" sz="1000" b="1" dirty="0">
                <a:latin typeface="Avenir Next Demi Bold" panose="020B0503020202020204" pitchFamily="34" charset="0"/>
              </a:rPr>
              <a:t>Improve ROAS</a:t>
            </a:r>
          </a:p>
        </p:txBody>
      </p:sp>
      <p:sp>
        <p:nvSpPr>
          <p:cNvPr id="32" name="Rectangle 31">
            <a:extLst>
              <a:ext uri="{FF2B5EF4-FFF2-40B4-BE49-F238E27FC236}">
                <a16:creationId xmlns:a16="http://schemas.microsoft.com/office/drawing/2014/main" id="{EE76BBD9-C5F4-44EE-CF01-11F747671191}"/>
              </a:ext>
            </a:extLst>
          </p:cNvPr>
          <p:cNvSpPr/>
          <p:nvPr/>
        </p:nvSpPr>
        <p:spPr>
          <a:xfrm>
            <a:off x="2211045" y="3364782"/>
            <a:ext cx="971689" cy="500571"/>
          </a:xfrm>
          <a:prstGeom prst="rect">
            <a:avLst/>
          </a:prstGeom>
          <a:solidFill>
            <a:srgbClr val="802517"/>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tIns="64008" rtlCol="0" anchor="ctr"/>
          <a:lstStyle/>
          <a:p>
            <a:pPr algn="ctr">
              <a:lnSpc>
                <a:spcPts val="1000"/>
              </a:lnSpc>
            </a:pPr>
            <a:r>
              <a:rPr lang="en-US" sz="1000" b="1" dirty="0">
                <a:latin typeface="Avenir Next Demi Bold" panose="020B0503020202020204" pitchFamily="34" charset="0"/>
              </a:rPr>
              <a:t>Decrease agency fees</a:t>
            </a:r>
          </a:p>
        </p:txBody>
      </p:sp>
      <p:sp>
        <p:nvSpPr>
          <p:cNvPr id="33" name="TextBox 32">
            <a:extLst>
              <a:ext uri="{FF2B5EF4-FFF2-40B4-BE49-F238E27FC236}">
                <a16:creationId xmlns:a16="http://schemas.microsoft.com/office/drawing/2014/main" id="{0642CB02-4E10-2393-A331-D7C0AD451B21}"/>
              </a:ext>
            </a:extLst>
          </p:cNvPr>
          <p:cNvSpPr txBox="1"/>
          <p:nvPr/>
        </p:nvSpPr>
        <p:spPr>
          <a:xfrm>
            <a:off x="4332098" y="1826978"/>
            <a:ext cx="2191823" cy="2149948"/>
          </a:xfrm>
          <a:prstGeom prst="rect">
            <a:avLst/>
          </a:prstGeom>
          <a:noFill/>
        </p:spPr>
        <p:txBody>
          <a:bodyPr wrap="square" rtlCol="0">
            <a:spAutoFit/>
          </a:bodyPr>
          <a:lstStyle/>
          <a:p>
            <a:pPr>
              <a:lnSpc>
                <a:spcPts val="860"/>
              </a:lnSpc>
              <a:spcAft>
                <a:spcPts val="300"/>
              </a:spcAft>
            </a:pPr>
            <a:r>
              <a:rPr lang="en-US" sz="900" b="1" dirty="0">
                <a:solidFill>
                  <a:srgbClr val="802517"/>
                </a:solidFill>
                <a:effectLst/>
                <a:latin typeface="Avenir Next" panose="020B0503020202020204" pitchFamily="34" charset="0"/>
              </a:rPr>
              <a:t>Strategy</a:t>
            </a:r>
            <a:r>
              <a:rPr lang="en-US" sz="900" dirty="0">
                <a:effectLst/>
                <a:latin typeface="Avenir Next" panose="020B0503020202020204" pitchFamily="34" charset="0"/>
              </a:rPr>
              <a:t>. ACME’s growth team works with your business leaders to find opportunities to improve the performance of your digital experience.</a:t>
            </a:r>
          </a:p>
          <a:p>
            <a:pPr>
              <a:lnSpc>
                <a:spcPts val="860"/>
              </a:lnSpc>
              <a:spcAft>
                <a:spcPts val="300"/>
              </a:spcAft>
            </a:pPr>
            <a:endParaRPr lang="en-US" sz="900" dirty="0">
              <a:effectLst/>
              <a:latin typeface="Avenir Next" panose="020B0503020202020204" pitchFamily="34" charset="0"/>
            </a:endParaRPr>
          </a:p>
          <a:p>
            <a:pPr>
              <a:lnSpc>
                <a:spcPts val="860"/>
              </a:lnSpc>
              <a:spcAft>
                <a:spcPts val="300"/>
              </a:spcAft>
            </a:pPr>
            <a:r>
              <a:rPr lang="en-US" sz="900" b="1" dirty="0">
                <a:solidFill>
                  <a:srgbClr val="802517"/>
                </a:solidFill>
                <a:effectLst/>
                <a:latin typeface="Avenir Next" panose="020B0503020202020204" pitchFamily="34" charset="0"/>
              </a:rPr>
              <a:t>Ideation</a:t>
            </a:r>
            <a:r>
              <a:rPr lang="en-US" sz="900" dirty="0">
                <a:effectLst/>
                <a:latin typeface="Avenir Next" panose="020B0503020202020204" pitchFamily="34" charset="0"/>
              </a:rPr>
              <a:t>. ACME develops ideas at AI scale, designed to improve online sales by inspiring action and reducing friction in your customer journey.</a:t>
            </a:r>
          </a:p>
          <a:p>
            <a:pPr>
              <a:lnSpc>
                <a:spcPts val="860"/>
              </a:lnSpc>
              <a:spcAft>
                <a:spcPts val="300"/>
              </a:spcAft>
            </a:pPr>
            <a:endParaRPr lang="en-US" sz="900" dirty="0">
              <a:effectLst/>
              <a:latin typeface="Avenir Next" panose="020B0503020202020204" pitchFamily="34" charset="0"/>
            </a:endParaRPr>
          </a:p>
          <a:p>
            <a:pPr>
              <a:lnSpc>
                <a:spcPts val="860"/>
              </a:lnSpc>
              <a:spcAft>
                <a:spcPts val="300"/>
              </a:spcAft>
            </a:pPr>
            <a:r>
              <a:rPr lang="en-US" sz="900" b="1" dirty="0">
                <a:solidFill>
                  <a:srgbClr val="802517"/>
                </a:solidFill>
                <a:effectLst/>
                <a:latin typeface="Avenir Next" panose="020B0503020202020204" pitchFamily="34" charset="0"/>
              </a:rPr>
              <a:t>Technology</a:t>
            </a:r>
            <a:r>
              <a:rPr lang="en-US" sz="900" dirty="0">
                <a:effectLst/>
                <a:latin typeface="Avenir Next" panose="020B0503020202020204" pitchFamily="34" charset="0"/>
              </a:rPr>
              <a:t>. ACME’s AI technology evaluates thousands of user experiences and finds winners that humans would never have even tested.</a:t>
            </a:r>
          </a:p>
        </p:txBody>
      </p:sp>
      <p:graphicFrame>
        <p:nvGraphicFramePr>
          <p:cNvPr id="46" name="Table 45">
            <a:extLst>
              <a:ext uri="{FF2B5EF4-FFF2-40B4-BE49-F238E27FC236}">
                <a16:creationId xmlns:a16="http://schemas.microsoft.com/office/drawing/2014/main" id="{FAD10A6F-16E7-598D-E727-A595F0708E21}"/>
              </a:ext>
            </a:extLst>
          </p:cNvPr>
          <p:cNvGraphicFramePr>
            <a:graphicFrameLocks noGrp="1"/>
          </p:cNvGraphicFramePr>
          <p:nvPr>
            <p:extLst>
              <p:ext uri="{D42A27DB-BD31-4B8C-83A1-F6EECF244321}">
                <p14:modId xmlns:p14="http://schemas.microsoft.com/office/powerpoint/2010/main" val="2143127494"/>
              </p:ext>
            </p:extLst>
          </p:nvPr>
        </p:nvGraphicFramePr>
        <p:xfrm>
          <a:off x="374260" y="4534066"/>
          <a:ext cx="6019539" cy="2194560"/>
        </p:xfrm>
        <a:graphic>
          <a:graphicData uri="http://schemas.openxmlformats.org/drawingml/2006/table">
            <a:tbl>
              <a:tblPr firstRow="1" bandRow="1">
                <a:tableStyleId>{5C22544A-7EE6-4342-B048-85BDC9FD1C3A}</a:tableStyleId>
              </a:tblPr>
              <a:tblGrid>
                <a:gridCol w="1820227">
                  <a:extLst>
                    <a:ext uri="{9D8B030D-6E8A-4147-A177-3AD203B41FA5}">
                      <a16:colId xmlns:a16="http://schemas.microsoft.com/office/drawing/2014/main" val="2176298893"/>
                    </a:ext>
                  </a:extLst>
                </a:gridCol>
                <a:gridCol w="1379095">
                  <a:extLst>
                    <a:ext uri="{9D8B030D-6E8A-4147-A177-3AD203B41FA5}">
                      <a16:colId xmlns:a16="http://schemas.microsoft.com/office/drawing/2014/main" val="3339145826"/>
                    </a:ext>
                  </a:extLst>
                </a:gridCol>
                <a:gridCol w="1416571">
                  <a:extLst>
                    <a:ext uri="{9D8B030D-6E8A-4147-A177-3AD203B41FA5}">
                      <a16:colId xmlns:a16="http://schemas.microsoft.com/office/drawing/2014/main" val="912532156"/>
                    </a:ext>
                  </a:extLst>
                </a:gridCol>
                <a:gridCol w="1403646">
                  <a:extLst>
                    <a:ext uri="{9D8B030D-6E8A-4147-A177-3AD203B41FA5}">
                      <a16:colId xmlns:a16="http://schemas.microsoft.com/office/drawing/2014/main" val="1316918698"/>
                    </a:ext>
                  </a:extLst>
                </a:gridCol>
              </a:tblGrid>
              <a:tr h="649571">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1000" b="1" dirty="0">
                          <a:solidFill>
                            <a:srgbClr val="802517"/>
                          </a:solidFill>
                          <a:effectLst/>
                          <a:latin typeface="Avenir Next" panose="020B0503020202020204" pitchFamily="34" charset="0"/>
                        </a:rPr>
                        <a:t>ACME </a:t>
                      </a:r>
                      <a:r>
                        <a:rPr lang="en-US" sz="900" b="0" dirty="0">
                          <a:solidFill>
                            <a:schemeClr val="tx1"/>
                          </a:solidFill>
                          <a:latin typeface="Avenir Next" panose="020B0503020202020204" pitchFamily="34" charset="0"/>
                        </a:rPr>
                        <a:t>drives performance and results in real time.</a:t>
                      </a:r>
                    </a:p>
                    <a:p>
                      <a:endParaRPr lang="en-US" sz="1000" dirty="0">
                        <a:latin typeface="Avenir Next" panose="020B0503020202020204" pitchFamily="34" charset="0"/>
                      </a:endParaRPr>
                    </a:p>
                  </a:txBody>
                  <a:tcPr>
                    <a:noFill/>
                  </a:tcPr>
                </a:tc>
                <a:tc>
                  <a:txBody>
                    <a:bodyPr/>
                    <a:lstStyle/>
                    <a:p>
                      <a:pPr marL="0" marR="0" lvl="0" indent="0" algn="l" defTabSz="685800" rtl="0" eaLnBrk="1" fontAlgn="auto" latinLnBrk="0" hangingPunct="1">
                        <a:lnSpc>
                          <a:spcPts val="800"/>
                        </a:lnSpc>
                        <a:spcBef>
                          <a:spcPts val="0"/>
                        </a:spcBef>
                        <a:spcAft>
                          <a:spcPts val="0"/>
                        </a:spcAft>
                        <a:buClrTx/>
                        <a:buSzTx/>
                        <a:buFontTx/>
                        <a:buNone/>
                        <a:tabLst/>
                        <a:defRPr/>
                      </a:pPr>
                      <a:r>
                        <a:rPr lang="en-US" sz="800" b="1" dirty="0">
                          <a:solidFill>
                            <a:srgbClr val="4294B0"/>
                          </a:solidFill>
                          <a:effectLst/>
                          <a:latin typeface="Avenir Next" panose="020B0503020202020204" pitchFamily="34" charset="0"/>
                        </a:rPr>
                        <a:t>BY</a:t>
                      </a:r>
                      <a:r>
                        <a:rPr lang="en-US" sz="700" b="1" dirty="0">
                          <a:solidFill>
                            <a:srgbClr val="802517"/>
                          </a:solidFill>
                          <a:effectLst/>
                          <a:latin typeface="Avenir Next" panose="020B0503020202020204" pitchFamily="34" charset="0"/>
                        </a:rPr>
                        <a:t> </a:t>
                      </a:r>
                      <a:r>
                        <a:rPr lang="en-US" sz="700" b="0" dirty="0">
                          <a:solidFill>
                            <a:schemeClr val="tx1"/>
                          </a:solidFill>
                          <a:latin typeface="Avenir Next" panose="020B0503020202020204" pitchFamily="34" charset="0"/>
                        </a:rPr>
                        <a:t>continually optimizing towards the best performing experiences.</a:t>
                      </a:r>
                    </a:p>
                    <a:p>
                      <a:pPr>
                        <a:lnSpc>
                          <a:spcPts val="800"/>
                        </a:lnSpc>
                      </a:pPr>
                      <a:endParaRPr lang="en-US" sz="800" kern="1200" dirty="0">
                        <a:solidFill>
                          <a:schemeClr val="dk1"/>
                        </a:solidFill>
                        <a:latin typeface="Avenir Next" panose="020B0503020202020204" pitchFamily="34" charset="0"/>
                        <a:ea typeface="+mn-ea"/>
                        <a:cs typeface="+mn-cs"/>
                      </a:endParaRPr>
                    </a:p>
                  </a:txBody>
                  <a:tcPr>
                    <a:noFill/>
                  </a:tcPr>
                </a:tc>
                <a:tc>
                  <a:txBody>
                    <a:bodyPr/>
                    <a:lstStyle/>
                    <a:p>
                      <a:pPr marL="0" marR="0" lvl="0" indent="0" algn="l" defTabSz="685800" rtl="0" eaLnBrk="1" fontAlgn="auto" latinLnBrk="0" hangingPunct="1">
                        <a:lnSpc>
                          <a:spcPts val="800"/>
                        </a:lnSpc>
                        <a:spcBef>
                          <a:spcPts val="0"/>
                        </a:spcBef>
                        <a:spcAft>
                          <a:spcPts val="0"/>
                        </a:spcAft>
                        <a:buClrTx/>
                        <a:buSzTx/>
                        <a:buFontTx/>
                        <a:buNone/>
                        <a:tabLst/>
                        <a:defRPr/>
                      </a:pPr>
                      <a:r>
                        <a:rPr lang="en-US" sz="800" b="1" dirty="0">
                          <a:solidFill>
                            <a:srgbClr val="4294B0"/>
                          </a:solidFill>
                          <a:effectLst/>
                          <a:latin typeface="Avenir Next" panose="020B0503020202020204" pitchFamily="34" charset="0"/>
                        </a:rPr>
                        <a:t>UNLIKE</a:t>
                      </a:r>
                      <a:r>
                        <a:rPr lang="en-US" sz="700" b="1" dirty="0">
                          <a:solidFill>
                            <a:srgbClr val="802517"/>
                          </a:solidFill>
                          <a:effectLst/>
                          <a:latin typeface="Avenir Next" panose="020B0503020202020204" pitchFamily="34" charset="0"/>
                        </a:rPr>
                        <a:t> </a:t>
                      </a:r>
                      <a:r>
                        <a:rPr lang="en-US" sz="700" b="0" dirty="0">
                          <a:solidFill>
                            <a:schemeClr val="tx1"/>
                          </a:solidFill>
                          <a:latin typeface="Avenir Next" panose="020B0503020202020204" pitchFamily="34" charset="0"/>
                        </a:rPr>
                        <a:t>alternatives where you test to get a distinct result, and then have to implement your learnings.</a:t>
                      </a:r>
                    </a:p>
                  </a:txBody>
                  <a:tcPr>
                    <a:noFill/>
                  </a:tcPr>
                </a:tc>
                <a:tc>
                  <a:txBody>
                    <a:bodyPr/>
                    <a:lstStyle/>
                    <a:p>
                      <a:pPr marL="0" marR="0" lvl="0" indent="0" algn="l" defTabSz="685800" rtl="0" eaLnBrk="1" fontAlgn="auto" latinLnBrk="0" hangingPunct="1">
                        <a:lnSpc>
                          <a:spcPts val="800"/>
                        </a:lnSpc>
                        <a:spcBef>
                          <a:spcPts val="0"/>
                        </a:spcBef>
                        <a:spcAft>
                          <a:spcPts val="0"/>
                        </a:spcAft>
                        <a:buClrTx/>
                        <a:buSzTx/>
                        <a:buFontTx/>
                        <a:buNone/>
                        <a:tabLst/>
                        <a:defRPr/>
                      </a:pPr>
                      <a:r>
                        <a:rPr lang="en-US" sz="800" b="1" dirty="0">
                          <a:solidFill>
                            <a:srgbClr val="4294B0"/>
                          </a:solidFill>
                          <a:effectLst/>
                          <a:latin typeface="Avenir Next" panose="020B0503020202020204" pitchFamily="34" charset="0"/>
                        </a:rPr>
                        <a:t>SO THAT</a:t>
                      </a:r>
                      <a:r>
                        <a:rPr lang="en-US" sz="700" b="1" dirty="0">
                          <a:solidFill>
                            <a:srgbClr val="802517"/>
                          </a:solidFill>
                          <a:effectLst/>
                          <a:latin typeface="Avenir Next" panose="020B0503020202020204" pitchFamily="34" charset="0"/>
                        </a:rPr>
                        <a:t> </a:t>
                      </a:r>
                      <a:r>
                        <a:rPr lang="en-US" sz="700" b="0" dirty="0">
                          <a:solidFill>
                            <a:schemeClr val="tx1"/>
                          </a:solidFill>
                          <a:latin typeface="Avenir Next" panose="020B0503020202020204" pitchFamily="34" charset="0"/>
                        </a:rPr>
                        <a:t>you can achieve revenue results immediately.</a:t>
                      </a:r>
                    </a:p>
                  </a:txBody>
                  <a:tcPr>
                    <a:noFill/>
                  </a:tcPr>
                </a:tc>
                <a:extLst>
                  <a:ext uri="{0D108BD9-81ED-4DB2-BD59-A6C34878D82A}">
                    <a16:rowId xmlns:a16="http://schemas.microsoft.com/office/drawing/2014/main" val="437303469"/>
                  </a:ext>
                </a:extLst>
              </a:tr>
              <a:tr h="660849">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1000" b="1" dirty="0">
                          <a:solidFill>
                            <a:srgbClr val="802517"/>
                          </a:solidFill>
                          <a:effectLst/>
                          <a:latin typeface="Avenir Next" panose="020B0503020202020204" pitchFamily="34" charset="0"/>
                        </a:rPr>
                        <a:t>ACME </a:t>
                      </a:r>
                      <a:r>
                        <a:rPr lang="en-US" sz="900" dirty="0">
                          <a:latin typeface="Avenir Next" panose="020B0503020202020204" pitchFamily="34" charset="0"/>
                        </a:rPr>
                        <a:t>can not just determine what is successful, but why it is successful.</a:t>
                      </a:r>
                    </a:p>
                    <a:p>
                      <a:pPr>
                        <a:lnSpc>
                          <a:spcPts val="900"/>
                        </a:lnSpc>
                      </a:pPr>
                      <a:endParaRPr lang="en-US" sz="1000" dirty="0">
                        <a:latin typeface="Avenir Next" panose="020B0503020202020204" pitchFamily="34" charset="0"/>
                      </a:endParaRPr>
                    </a:p>
                  </a:txBody>
                  <a:tcPr>
                    <a:noFill/>
                  </a:tcPr>
                </a:tc>
                <a:tc>
                  <a:txBody>
                    <a:bodyPr/>
                    <a:lstStyle/>
                    <a:p>
                      <a:pPr marL="0" marR="0" lvl="0" indent="0" algn="l" defTabSz="685800" rtl="0" eaLnBrk="1" fontAlgn="auto" latinLnBrk="0" hangingPunct="1">
                        <a:lnSpc>
                          <a:spcPts val="800"/>
                        </a:lnSpc>
                        <a:spcBef>
                          <a:spcPts val="0"/>
                        </a:spcBef>
                        <a:spcAft>
                          <a:spcPts val="0"/>
                        </a:spcAft>
                        <a:buClrTx/>
                        <a:buSzTx/>
                        <a:buFontTx/>
                        <a:buNone/>
                        <a:tabLst/>
                        <a:defRPr/>
                      </a:pPr>
                      <a:r>
                        <a:rPr lang="en-US" sz="800" b="1" dirty="0">
                          <a:solidFill>
                            <a:srgbClr val="4294B0"/>
                          </a:solidFill>
                          <a:effectLst/>
                          <a:latin typeface="Avenir Next" panose="020B0503020202020204" pitchFamily="34" charset="0"/>
                        </a:rPr>
                        <a:t>BY</a:t>
                      </a:r>
                      <a:r>
                        <a:rPr lang="en-US" sz="700" b="0" dirty="0">
                          <a:latin typeface="Avenir Next" panose="020B0503020202020204" pitchFamily="34" charset="0"/>
                        </a:rPr>
                        <a:t> identifying the performance not just of each experience, but of each element of that experience.</a:t>
                      </a:r>
                      <a:endParaRPr lang="en-US" sz="700" kern="1200" dirty="0">
                        <a:solidFill>
                          <a:schemeClr val="dk1"/>
                        </a:solidFill>
                        <a:latin typeface="Avenir Next" panose="020B0503020202020204" pitchFamily="34" charset="0"/>
                        <a:ea typeface="+mn-ea"/>
                        <a:cs typeface="+mn-cs"/>
                      </a:endParaRPr>
                    </a:p>
                  </a:txBody>
                  <a:tcPr>
                    <a:noFill/>
                  </a:tcPr>
                </a:tc>
                <a:tc>
                  <a:txBody>
                    <a:bodyPr/>
                    <a:lstStyle/>
                    <a:p>
                      <a:pPr marL="0" marR="0" lvl="0" indent="0" algn="l" defTabSz="685800" rtl="0" eaLnBrk="1" fontAlgn="auto" latinLnBrk="0" hangingPunct="1">
                        <a:lnSpc>
                          <a:spcPts val="800"/>
                        </a:lnSpc>
                        <a:spcBef>
                          <a:spcPts val="0"/>
                        </a:spcBef>
                        <a:spcAft>
                          <a:spcPts val="0"/>
                        </a:spcAft>
                        <a:buClrTx/>
                        <a:buSzTx/>
                        <a:buFontTx/>
                        <a:buNone/>
                        <a:tabLst/>
                        <a:defRPr/>
                      </a:pPr>
                      <a:r>
                        <a:rPr lang="en-US" sz="800" b="1" dirty="0">
                          <a:solidFill>
                            <a:srgbClr val="4294B0"/>
                          </a:solidFill>
                          <a:effectLst/>
                          <a:latin typeface="Avenir Next" panose="020B0503020202020204" pitchFamily="34" charset="0"/>
                        </a:rPr>
                        <a:t>UNLIKE</a:t>
                      </a:r>
                      <a:r>
                        <a:rPr lang="en-US" sz="700" b="1" dirty="0">
                          <a:solidFill>
                            <a:srgbClr val="802517"/>
                          </a:solidFill>
                          <a:effectLst/>
                          <a:latin typeface="Avenir Next" panose="020B0503020202020204" pitchFamily="34" charset="0"/>
                        </a:rPr>
                        <a:t> </a:t>
                      </a:r>
                      <a:r>
                        <a:rPr lang="en-US" sz="700" b="0" dirty="0">
                          <a:latin typeface="Avenir Next" panose="020B0503020202020204" pitchFamily="34" charset="0"/>
                        </a:rPr>
                        <a:t>alternatives that can tell you whether B is better than A, but not why.</a:t>
                      </a:r>
                      <a:endParaRPr lang="en-US" sz="700" kern="1200" dirty="0">
                        <a:solidFill>
                          <a:schemeClr val="dk1"/>
                        </a:solidFill>
                        <a:latin typeface="Avenir Next" panose="020B0503020202020204" pitchFamily="34" charset="0"/>
                        <a:ea typeface="+mn-ea"/>
                        <a:cs typeface="+mn-cs"/>
                      </a:endParaRPr>
                    </a:p>
                  </a:txBody>
                  <a:tcPr>
                    <a:noFill/>
                  </a:tcPr>
                </a:tc>
                <a:tc>
                  <a:txBody>
                    <a:bodyPr/>
                    <a:lstStyle/>
                    <a:p>
                      <a:pPr marL="0" marR="0" lvl="0" indent="0" algn="l" defTabSz="685800" rtl="0" eaLnBrk="1" fontAlgn="auto" latinLnBrk="0" hangingPunct="1">
                        <a:lnSpc>
                          <a:spcPts val="800"/>
                        </a:lnSpc>
                        <a:spcBef>
                          <a:spcPts val="0"/>
                        </a:spcBef>
                        <a:spcAft>
                          <a:spcPts val="0"/>
                        </a:spcAft>
                        <a:buClrTx/>
                        <a:buSzTx/>
                        <a:buFontTx/>
                        <a:buNone/>
                        <a:tabLst/>
                        <a:defRPr/>
                      </a:pPr>
                      <a:r>
                        <a:rPr lang="en-US" sz="800" b="1" dirty="0">
                          <a:solidFill>
                            <a:srgbClr val="4294B0"/>
                          </a:solidFill>
                          <a:effectLst/>
                          <a:latin typeface="Avenir Next" panose="020B0503020202020204" pitchFamily="34" charset="0"/>
                        </a:rPr>
                        <a:t>SO THAT</a:t>
                      </a:r>
                      <a:r>
                        <a:rPr lang="en-US" sz="700" b="1" dirty="0">
                          <a:solidFill>
                            <a:srgbClr val="802517"/>
                          </a:solidFill>
                          <a:effectLst/>
                          <a:latin typeface="Avenir Next" panose="020B0503020202020204" pitchFamily="34" charset="0"/>
                        </a:rPr>
                        <a:t> </a:t>
                      </a:r>
                      <a:r>
                        <a:rPr lang="en-US" sz="700" b="0" dirty="0">
                          <a:latin typeface="Avenir Next" panose="020B0503020202020204" pitchFamily="34" charset="0"/>
                        </a:rPr>
                        <a:t>you can learn from and tune each element of the customer experience for the best business results. </a:t>
                      </a:r>
                      <a:endParaRPr lang="en-US" sz="700" kern="1200" dirty="0">
                        <a:solidFill>
                          <a:schemeClr val="dk1"/>
                        </a:solidFill>
                        <a:latin typeface="Avenir Next" panose="020B0503020202020204" pitchFamily="34" charset="0"/>
                        <a:ea typeface="+mn-ea"/>
                        <a:cs typeface="+mn-cs"/>
                      </a:endParaRPr>
                    </a:p>
                  </a:txBody>
                  <a:tcPr>
                    <a:noFill/>
                  </a:tcPr>
                </a:tc>
                <a:extLst>
                  <a:ext uri="{0D108BD9-81ED-4DB2-BD59-A6C34878D82A}">
                    <a16:rowId xmlns:a16="http://schemas.microsoft.com/office/drawing/2014/main" val="106702730"/>
                  </a:ext>
                </a:extLst>
              </a:tr>
              <a:tr h="884140">
                <a:tc>
                  <a:txBody>
                    <a:bodyPr/>
                    <a:lstStyle/>
                    <a:p>
                      <a:pPr>
                        <a:lnSpc>
                          <a:spcPts val="900"/>
                        </a:lnSpc>
                      </a:pPr>
                      <a:r>
                        <a:rPr lang="en-US" sz="1000" b="1" kern="1200" dirty="0">
                          <a:solidFill>
                            <a:srgbClr val="802517"/>
                          </a:solidFill>
                          <a:effectLst/>
                          <a:latin typeface="Avenir Next" panose="020B0503020202020204" pitchFamily="34" charset="0"/>
                          <a:ea typeface="+mn-ea"/>
                          <a:cs typeface="+mn-cs"/>
                        </a:rPr>
                        <a:t>ACME</a:t>
                      </a:r>
                      <a:r>
                        <a:rPr lang="en-US" sz="1000" kern="1200" dirty="0">
                          <a:solidFill>
                            <a:schemeClr val="dk1"/>
                          </a:solidFill>
                          <a:effectLst/>
                          <a:latin typeface="Avenir Next" panose="020B0503020202020204" pitchFamily="34" charset="0"/>
                          <a:ea typeface="+mn-ea"/>
                          <a:cs typeface="+mn-cs"/>
                        </a:rPr>
                        <a:t> </a:t>
                      </a:r>
                      <a:r>
                        <a:rPr lang="en-US" sz="900" kern="1200" dirty="0">
                          <a:solidFill>
                            <a:schemeClr val="dk1"/>
                          </a:solidFill>
                          <a:effectLst/>
                          <a:latin typeface="Avenir Next" panose="020B0503020202020204" pitchFamily="34" charset="0"/>
                          <a:ea typeface="+mn-ea"/>
                          <a:cs typeface="+mn-cs"/>
                        </a:rPr>
                        <a:t>continually adjusts as circumstances change, since the experience that worked today may not be the best performing tomorrow.</a:t>
                      </a:r>
                    </a:p>
                  </a:txBody>
                  <a:tcPr>
                    <a:noFill/>
                  </a:tcPr>
                </a:tc>
                <a:tc>
                  <a:txBody>
                    <a:bodyPr/>
                    <a:lstStyle/>
                    <a:p>
                      <a:pPr marL="0" marR="0" lvl="0" indent="0" algn="l" defTabSz="685800" rtl="0" eaLnBrk="1" fontAlgn="auto" latinLnBrk="0" hangingPunct="1">
                        <a:lnSpc>
                          <a:spcPts val="800"/>
                        </a:lnSpc>
                        <a:spcBef>
                          <a:spcPts val="0"/>
                        </a:spcBef>
                        <a:spcAft>
                          <a:spcPts val="0"/>
                        </a:spcAft>
                        <a:buClrTx/>
                        <a:buSzTx/>
                        <a:buFontTx/>
                        <a:buNone/>
                        <a:tabLst/>
                        <a:defRPr/>
                      </a:pPr>
                      <a:r>
                        <a:rPr lang="en-US" sz="800" b="1" dirty="0">
                          <a:solidFill>
                            <a:srgbClr val="4294B0"/>
                          </a:solidFill>
                          <a:effectLst/>
                          <a:latin typeface="Avenir Next" panose="020B0503020202020204" pitchFamily="34" charset="0"/>
                        </a:rPr>
                        <a:t>BY</a:t>
                      </a:r>
                      <a:r>
                        <a:rPr lang="en-US" sz="700" b="1" dirty="0">
                          <a:solidFill>
                            <a:srgbClr val="802517"/>
                          </a:solidFill>
                          <a:effectLst/>
                          <a:latin typeface="Avenir Next" panose="020B0503020202020204" pitchFamily="34" charset="0"/>
                        </a:rPr>
                        <a:t> </a:t>
                      </a:r>
                      <a:r>
                        <a:rPr lang="en-US" sz="700" b="0" dirty="0">
                          <a:latin typeface="Avenir Next" panose="020B0503020202020204" pitchFamily="34" charset="0"/>
                        </a:rPr>
                        <a:t>staying in place long after the initial optimization is complete, continually monitoring the results of an experience and finding ways to improve.</a:t>
                      </a:r>
                      <a:endParaRPr lang="en-US" sz="700" kern="1200" dirty="0">
                        <a:solidFill>
                          <a:schemeClr val="dk1"/>
                        </a:solidFill>
                        <a:latin typeface="Avenir Next" panose="020B0503020202020204" pitchFamily="34" charset="0"/>
                        <a:ea typeface="+mn-ea"/>
                        <a:cs typeface="+mn-cs"/>
                      </a:endParaRPr>
                    </a:p>
                  </a:txBody>
                  <a:tcPr>
                    <a:noFill/>
                  </a:tcPr>
                </a:tc>
                <a:tc>
                  <a:txBody>
                    <a:bodyPr/>
                    <a:lstStyle/>
                    <a:p>
                      <a:pPr marL="0" marR="0" lvl="0" indent="0" algn="l" defTabSz="685800" rtl="0" eaLnBrk="1" fontAlgn="auto" latinLnBrk="0" hangingPunct="1">
                        <a:lnSpc>
                          <a:spcPts val="800"/>
                        </a:lnSpc>
                        <a:spcBef>
                          <a:spcPts val="0"/>
                        </a:spcBef>
                        <a:spcAft>
                          <a:spcPts val="0"/>
                        </a:spcAft>
                        <a:buClrTx/>
                        <a:buSzTx/>
                        <a:buFontTx/>
                        <a:buNone/>
                        <a:tabLst/>
                        <a:defRPr/>
                      </a:pPr>
                      <a:r>
                        <a:rPr lang="en-US" sz="800" b="1" dirty="0">
                          <a:solidFill>
                            <a:srgbClr val="4294B0"/>
                          </a:solidFill>
                          <a:effectLst/>
                          <a:latin typeface="Avenir Next" panose="020B0503020202020204" pitchFamily="34" charset="0"/>
                        </a:rPr>
                        <a:t>UNLIKE</a:t>
                      </a:r>
                      <a:r>
                        <a:rPr lang="en-US" sz="700" b="1" dirty="0">
                          <a:solidFill>
                            <a:srgbClr val="802517"/>
                          </a:solidFill>
                          <a:effectLst/>
                          <a:latin typeface="Avenir Next" panose="020B0503020202020204" pitchFamily="34" charset="0"/>
                        </a:rPr>
                        <a:t> </a:t>
                      </a:r>
                      <a:r>
                        <a:rPr lang="en-US" sz="700" b="0" dirty="0">
                          <a:latin typeface="Avenir Next" panose="020B0503020202020204" pitchFamily="34" charset="0"/>
                        </a:rPr>
                        <a:t>alternatives where the test ends with no further improvement or adjustment possible.</a:t>
                      </a:r>
                      <a:endParaRPr lang="en-US" sz="700" kern="1200" dirty="0">
                        <a:solidFill>
                          <a:schemeClr val="dk1"/>
                        </a:solidFill>
                        <a:latin typeface="Avenir Next" panose="020B0503020202020204" pitchFamily="34" charset="0"/>
                        <a:ea typeface="+mn-ea"/>
                        <a:cs typeface="+mn-cs"/>
                      </a:endParaRPr>
                    </a:p>
                  </a:txBody>
                  <a:tcPr>
                    <a:noFill/>
                  </a:tcPr>
                </a:tc>
                <a:tc>
                  <a:txBody>
                    <a:bodyPr/>
                    <a:lstStyle/>
                    <a:p>
                      <a:pPr marL="0" marR="0" lvl="0" indent="0" algn="l" defTabSz="685800" rtl="0" eaLnBrk="1" fontAlgn="auto" latinLnBrk="0" hangingPunct="1">
                        <a:lnSpc>
                          <a:spcPts val="800"/>
                        </a:lnSpc>
                        <a:spcBef>
                          <a:spcPts val="0"/>
                        </a:spcBef>
                        <a:spcAft>
                          <a:spcPts val="0"/>
                        </a:spcAft>
                        <a:buClrTx/>
                        <a:buSzTx/>
                        <a:buFontTx/>
                        <a:buNone/>
                        <a:tabLst/>
                        <a:defRPr/>
                      </a:pPr>
                      <a:r>
                        <a:rPr lang="en-US" sz="800" b="1" dirty="0">
                          <a:solidFill>
                            <a:srgbClr val="4294B0"/>
                          </a:solidFill>
                          <a:effectLst/>
                          <a:latin typeface="Avenir Next" panose="020B0503020202020204" pitchFamily="34" charset="0"/>
                        </a:rPr>
                        <a:t>SO THAT</a:t>
                      </a:r>
                      <a:r>
                        <a:rPr lang="en-US" sz="700" b="1" dirty="0">
                          <a:solidFill>
                            <a:srgbClr val="802517"/>
                          </a:solidFill>
                          <a:effectLst/>
                          <a:latin typeface="Avenir Next" panose="020B0503020202020204" pitchFamily="34" charset="0"/>
                        </a:rPr>
                        <a:t> </a:t>
                      </a:r>
                      <a:r>
                        <a:rPr lang="en-US" sz="700" b="0" dirty="0">
                          <a:latin typeface="Avenir Next" panose="020B0503020202020204" pitchFamily="34" charset="0"/>
                        </a:rPr>
                        <a:t> as user behavior and context changes, you continue to adjust and improve business performance.</a:t>
                      </a:r>
                      <a:endParaRPr lang="en-US" sz="700" kern="1200" dirty="0">
                        <a:solidFill>
                          <a:schemeClr val="dk1"/>
                        </a:solidFill>
                        <a:latin typeface="Avenir Next" panose="020B0503020202020204" pitchFamily="34" charset="0"/>
                        <a:ea typeface="+mn-ea"/>
                        <a:cs typeface="+mn-cs"/>
                      </a:endParaRPr>
                    </a:p>
                  </a:txBody>
                  <a:tcPr>
                    <a:noFill/>
                  </a:tcPr>
                </a:tc>
                <a:extLst>
                  <a:ext uri="{0D108BD9-81ED-4DB2-BD59-A6C34878D82A}">
                    <a16:rowId xmlns:a16="http://schemas.microsoft.com/office/drawing/2014/main" val="1163268076"/>
                  </a:ext>
                </a:extLst>
              </a:tr>
            </a:tbl>
          </a:graphicData>
        </a:graphic>
      </p:graphicFrame>
      <p:sp>
        <p:nvSpPr>
          <p:cNvPr id="51" name="Rectangle 50">
            <a:extLst>
              <a:ext uri="{FF2B5EF4-FFF2-40B4-BE49-F238E27FC236}">
                <a16:creationId xmlns:a16="http://schemas.microsoft.com/office/drawing/2014/main" id="{51325FB3-5482-56E1-AF13-71AD5F90496A}"/>
              </a:ext>
            </a:extLst>
          </p:cNvPr>
          <p:cNvSpPr/>
          <p:nvPr/>
        </p:nvSpPr>
        <p:spPr>
          <a:xfrm>
            <a:off x="503291" y="5084080"/>
            <a:ext cx="5760720" cy="36576"/>
          </a:xfrm>
          <a:prstGeom prst="rect">
            <a:avLst/>
          </a:prstGeom>
          <a:solidFill>
            <a:srgbClr val="E3C9C3"/>
          </a:solidFill>
          <a:ln>
            <a:solidFill>
              <a:srgbClr val="E3C9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52" name="Rectangle 51">
            <a:extLst>
              <a:ext uri="{FF2B5EF4-FFF2-40B4-BE49-F238E27FC236}">
                <a16:creationId xmlns:a16="http://schemas.microsoft.com/office/drawing/2014/main" id="{B7755491-8E56-6746-0D20-D5BBD0632AE1}"/>
              </a:ext>
            </a:extLst>
          </p:cNvPr>
          <p:cNvSpPr/>
          <p:nvPr/>
        </p:nvSpPr>
        <p:spPr>
          <a:xfrm>
            <a:off x="495670" y="5751300"/>
            <a:ext cx="5760720" cy="36576"/>
          </a:xfrm>
          <a:prstGeom prst="rect">
            <a:avLst/>
          </a:prstGeom>
          <a:solidFill>
            <a:srgbClr val="E3C9C3"/>
          </a:solidFill>
          <a:ln>
            <a:solidFill>
              <a:srgbClr val="E3C9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53" name="TextBox 52">
            <a:extLst>
              <a:ext uri="{FF2B5EF4-FFF2-40B4-BE49-F238E27FC236}">
                <a16:creationId xmlns:a16="http://schemas.microsoft.com/office/drawing/2014/main" id="{FCD2AB1A-47BB-9C1A-7BB3-441B075A93E3}"/>
              </a:ext>
            </a:extLst>
          </p:cNvPr>
          <p:cNvSpPr txBox="1"/>
          <p:nvPr/>
        </p:nvSpPr>
        <p:spPr>
          <a:xfrm>
            <a:off x="397412" y="7840569"/>
            <a:ext cx="1836119" cy="606576"/>
          </a:xfrm>
          <a:prstGeom prst="rect">
            <a:avLst/>
          </a:prstGeom>
          <a:noFill/>
        </p:spPr>
        <p:txBody>
          <a:bodyPr wrap="square" rtlCol="0">
            <a:spAutoFit/>
          </a:bodyPr>
          <a:lstStyle>
            <a:defPPr>
              <a:defRPr lang="en-US"/>
            </a:defPPr>
            <a:lvl1pPr>
              <a:lnSpc>
                <a:spcPts val="660"/>
              </a:lnSpc>
              <a:defRPr sz="700">
                <a:effectLst/>
                <a:latin typeface="Avenir Next" panose="020B0503020202020204" pitchFamily="34" charset="0"/>
              </a:defRPr>
            </a:lvl1pPr>
          </a:lstStyle>
          <a:p>
            <a:pPr>
              <a:lnSpc>
                <a:spcPts val="760"/>
              </a:lnSpc>
            </a:pPr>
            <a:r>
              <a:rPr lang="en-US" dirty="0">
                <a:effectLst/>
                <a:latin typeface="Avenir Next" panose="020B0503020202020204" pitchFamily="34" charset="0"/>
              </a:rPr>
              <a:t>Invested in improving the customer journey all the way through the shopping cart experience. In 24 days, traversed around 9,000 different experiences to find the optimal solution.</a:t>
            </a:r>
          </a:p>
        </p:txBody>
      </p:sp>
      <p:sp>
        <p:nvSpPr>
          <p:cNvPr id="54" name="TextBox 53">
            <a:extLst>
              <a:ext uri="{FF2B5EF4-FFF2-40B4-BE49-F238E27FC236}">
                <a16:creationId xmlns:a16="http://schemas.microsoft.com/office/drawing/2014/main" id="{73E94BBD-B956-E8A1-4879-B2378D1CB029}"/>
              </a:ext>
            </a:extLst>
          </p:cNvPr>
          <p:cNvSpPr txBox="1"/>
          <p:nvPr/>
        </p:nvSpPr>
        <p:spPr>
          <a:xfrm>
            <a:off x="2450432" y="7840569"/>
            <a:ext cx="1836119" cy="606576"/>
          </a:xfrm>
          <a:prstGeom prst="rect">
            <a:avLst/>
          </a:prstGeom>
          <a:noFill/>
        </p:spPr>
        <p:txBody>
          <a:bodyPr wrap="square" rtlCol="0">
            <a:spAutoFit/>
          </a:bodyPr>
          <a:lstStyle>
            <a:defPPr>
              <a:defRPr lang="en-US"/>
            </a:defPPr>
            <a:lvl1pPr>
              <a:lnSpc>
                <a:spcPts val="660"/>
              </a:lnSpc>
              <a:defRPr sz="700">
                <a:effectLst/>
                <a:latin typeface="Avenir Next" panose="020B0503020202020204" pitchFamily="34" charset="0"/>
              </a:defRPr>
            </a:lvl1pPr>
          </a:lstStyle>
          <a:p>
            <a:pPr>
              <a:lnSpc>
                <a:spcPts val="760"/>
              </a:lnSpc>
            </a:pPr>
            <a:r>
              <a:rPr lang="en-US" dirty="0">
                <a:effectLst/>
                <a:latin typeface="Avenir Next" panose="020B0503020202020204" pitchFamily="34" charset="0"/>
              </a:rPr>
              <a:t>They told us that the gains ACME helped them achieve in two months would have taken them nine years with traditional testing methods.</a:t>
            </a:r>
          </a:p>
          <a:p>
            <a:pPr>
              <a:lnSpc>
                <a:spcPts val="760"/>
              </a:lnSpc>
            </a:pPr>
            <a:endParaRPr lang="en-US" dirty="0">
              <a:effectLst/>
              <a:latin typeface="Avenir Next" panose="020B0503020202020204" pitchFamily="34" charset="0"/>
            </a:endParaRPr>
          </a:p>
        </p:txBody>
      </p:sp>
      <p:sp>
        <p:nvSpPr>
          <p:cNvPr id="55" name="TextBox 54">
            <a:extLst>
              <a:ext uri="{FF2B5EF4-FFF2-40B4-BE49-F238E27FC236}">
                <a16:creationId xmlns:a16="http://schemas.microsoft.com/office/drawing/2014/main" id="{1C8DA71C-B8F3-012B-2C83-DD4ED55AFFA5}"/>
              </a:ext>
            </a:extLst>
          </p:cNvPr>
          <p:cNvSpPr txBox="1"/>
          <p:nvPr/>
        </p:nvSpPr>
        <p:spPr>
          <a:xfrm>
            <a:off x="4503452" y="7840569"/>
            <a:ext cx="1836119" cy="709168"/>
          </a:xfrm>
          <a:prstGeom prst="rect">
            <a:avLst/>
          </a:prstGeom>
          <a:noFill/>
        </p:spPr>
        <p:txBody>
          <a:bodyPr wrap="square" rtlCol="0">
            <a:spAutoFit/>
          </a:bodyPr>
          <a:lstStyle>
            <a:defPPr>
              <a:defRPr lang="en-US"/>
            </a:defPPr>
            <a:lvl1pPr>
              <a:lnSpc>
                <a:spcPts val="660"/>
              </a:lnSpc>
              <a:defRPr sz="700">
                <a:effectLst/>
                <a:latin typeface="Avenir Next" panose="020B0503020202020204" pitchFamily="34" charset="0"/>
              </a:defRPr>
            </a:lvl1pPr>
          </a:lstStyle>
          <a:p>
            <a:pPr>
              <a:lnSpc>
                <a:spcPts val="760"/>
              </a:lnSpc>
            </a:pPr>
            <a:r>
              <a:rPr lang="en-US" dirty="0">
                <a:effectLst/>
                <a:latin typeface="Avenir Next" panose="020B0503020202020204" pitchFamily="34" charset="0"/>
              </a:rPr>
              <a:t>Vacation company running 50+ traditional tests per year, but it was too resource-intensive for the return. Achieved these results by selecting ACME and optimizing one-click-booking.</a:t>
            </a:r>
          </a:p>
        </p:txBody>
      </p:sp>
      <p:sp>
        <p:nvSpPr>
          <p:cNvPr id="57" name="TextBox 56">
            <a:extLst>
              <a:ext uri="{FF2B5EF4-FFF2-40B4-BE49-F238E27FC236}">
                <a16:creationId xmlns:a16="http://schemas.microsoft.com/office/drawing/2014/main" id="{D99D4A59-EE96-4862-65B1-61600E442B11}"/>
              </a:ext>
            </a:extLst>
          </p:cNvPr>
          <p:cNvSpPr txBox="1"/>
          <p:nvPr/>
        </p:nvSpPr>
        <p:spPr>
          <a:xfrm>
            <a:off x="539660" y="7375319"/>
            <a:ext cx="1542205" cy="483466"/>
          </a:xfrm>
          <a:prstGeom prst="rect">
            <a:avLst/>
          </a:prstGeom>
          <a:noFill/>
        </p:spPr>
        <p:txBody>
          <a:bodyPr wrap="square">
            <a:spAutoFit/>
          </a:bodyPr>
          <a:lstStyle/>
          <a:p>
            <a:pPr algn="ctr">
              <a:lnSpc>
                <a:spcPts val="960"/>
              </a:lnSpc>
            </a:pPr>
            <a:r>
              <a:rPr lang="en-US" sz="1000" b="1" dirty="0">
                <a:solidFill>
                  <a:srgbClr val="4294B0"/>
                </a:solidFill>
                <a:effectLst/>
                <a:latin typeface="Avenir Next" panose="020B0503020202020204" pitchFamily="34" charset="0"/>
              </a:rPr>
              <a:t>$45 million </a:t>
            </a:r>
          </a:p>
          <a:p>
            <a:pPr algn="ctr">
              <a:lnSpc>
                <a:spcPts val="960"/>
              </a:lnSpc>
            </a:pPr>
            <a:r>
              <a:rPr lang="en-US" sz="1000" dirty="0">
                <a:solidFill>
                  <a:srgbClr val="4294B0"/>
                </a:solidFill>
                <a:effectLst/>
                <a:latin typeface="Avenir Next" panose="020B0503020202020204" pitchFamily="34" charset="0"/>
              </a:rPr>
              <a:t>incremental annual online sales</a:t>
            </a:r>
            <a:endParaRPr lang="en-US" sz="1000" dirty="0">
              <a:solidFill>
                <a:srgbClr val="4294B0"/>
              </a:solidFill>
            </a:endParaRPr>
          </a:p>
        </p:txBody>
      </p:sp>
      <p:sp>
        <p:nvSpPr>
          <p:cNvPr id="58" name="TextBox 57">
            <a:extLst>
              <a:ext uri="{FF2B5EF4-FFF2-40B4-BE49-F238E27FC236}">
                <a16:creationId xmlns:a16="http://schemas.microsoft.com/office/drawing/2014/main" id="{CF97F040-D3C4-66E4-9859-6F20E83AC370}"/>
              </a:ext>
            </a:extLst>
          </p:cNvPr>
          <p:cNvSpPr txBox="1"/>
          <p:nvPr/>
        </p:nvSpPr>
        <p:spPr>
          <a:xfrm>
            <a:off x="2597388" y="7375021"/>
            <a:ext cx="1542205" cy="483466"/>
          </a:xfrm>
          <a:prstGeom prst="rect">
            <a:avLst/>
          </a:prstGeom>
          <a:noFill/>
        </p:spPr>
        <p:txBody>
          <a:bodyPr wrap="square">
            <a:spAutoFit/>
          </a:bodyPr>
          <a:lstStyle/>
          <a:p>
            <a:pPr algn="ctr">
              <a:lnSpc>
                <a:spcPts val="960"/>
              </a:lnSpc>
            </a:pPr>
            <a:r>
              <a:rPr lang="en-US" sz="1000" b="1" dirty="0">
                <a:solidFill>
                  <a:srgbClr val="4294B0"/>
                </a:solidFill>
                <a:effectLst/>
                <a:latin typeface="Avenir Next" panose="020B0503020202020204" pitchFamily="34" charset="0"/>
              </a:rPr>
              <a:t>127%</a:t>
            </a:r>
          </a:p>
          <a:p>
            <a:pPr algn="ctr">
              <a:lnSpc>
                <a:spcPts val="960"/>
              </a:lnSpc>
            </a:pPr>
            <a:r>
              <a:rPr lang="en-US" sz="1000" dirty="0">
                <a:solidFill>
                  <a:srgbClr val="4294B0"/>
                </a:solidFill>
                <a:effectLst/>
                <a:latin typeface="Avenir Next" panose="020B0503020202020204" pitchFamily="34" charset="0"/>
              </a:rPr>
              <a:t>Increase in online bookings</a:t>
            </a:r>
            <a:endParaRPr lang="en-US" sz="1000" dirty="0">
              <a:solidFill>
                <a:srgbClr val="4294B0"/>
              </a:solidFill>
            </a:endParaRPr>
          </a:p>
        </p:txBody>
      </p:sp>
      <p:sp>
        <p:nvSpPr>
          <p:cNvPr id="59" name="TextBox 58">
            <a:extLst>
              <a:ext uri="{FF2B5EF4-FFF2-40B4-BE49-F238E27FC236}">
                <a16:creationId xmlns:a16="http://schemas.microsoft.com/office/drawing/2014/main" id="{DE6981AF-5DA2-6AEE-AD62-A45E4BF8AEC9}"/>
              </a:ext>
            </a:extLst>
          </p:cNvPr>
          <p:cNvSpPr txBox="1"/>
          <p:nvPr/>
        </p:nvSpPr>
        <p:spPr>
          <a:xfrm>
            <a:off x="4458638" y="7374723"/>
            <a:ext cx="1935162" cy="483466"/>
          </a:xfrm>
          <a:prstGeom prst="rect">
            <a:avLst/>
          </a:prstGeom>
          <a:noFill/>
        </p:spPr>
        <p:txBody>
          <a:bodyPr wrap="square">
            <a:spAutoFit/>
          </a:bodyPr>
          <a:lstStyle/>
          <a:p>
            <a:pPr algn="ctr">
              <a:lnSpc>
                <a:spcPts val="960"/>
              </a:lnSpc>
            </a:pPr>
            <a:r>
              <a:rPr lang="en-US" sz="1000" b="1" dirty="0">
                <a:solidFill>
                  <a:srgbClr val="4294B0"/>
                </a:solidFill>
                <a:effectLst/>
                <a:latin typeface="Avenir Next" panose="020B0503020202020204" pitchFamily="34" charset="0"/>
              </a:rPr>
              <a:t>$18 million </a:t>
            </a:r>
          </a:p>
          <a:p>
            <a:pPr algn="ctr">
              <a:lnSpc>
                <a:spcPts val="960"/>
              </a:lnSpc>
            </a:pPr>
            <a:r>
              <a:rPr lang="en-US" sz="1000" dirty="0">
                <a:solidFill>
                  <a:srgbClr val="4294B0"/>
                </a:solidFill>
                <a:effectLst/>
                <a:latin typeface="Avenir Next" panose="020B0503020202020204" pitchFamily="34" charset="0"/>
              </a:rPr>
              <a:t>incremental annual revenue from online bookings</a:t>
            </a:r>
            <a:endParaRPr lang="en-US" sz="1000" dirty="0">
              <a:solidFill>
                <a:srgbClr val="4294B0"/>
              </a:solidFill>
            </a:endParaRPr>
          </a:p>
        </p:txBody>
      </p:sp>
      <p:pic>
        <p:nvPicPr>
          <p:cNvPr id="60" name="Picture 59">
            <a:extLst>
              <a:ext uri="{FF2B5EF4-FFF2-40B4-BE49-F238E27FC236}">
                <a16:creationId xmlns:a16="http://schemas.microsoft.com/office/drawing/2014/main" id="{6E6A6950-534D-6A42-C205-0E475B3B5752}"/>
              </a:ext>
            </a:extLst>
          </p:cNvPr>
          <p:cNvPicPr>
            <a:picLocks noChangeAspect="1"/>
          </p:cNvPicPr>
          <p:nvPr/>
        </p:nvPicPr>
        <p:blipFill>
          <a:blip r:embed="rId2"/>
          <a:stretch>
            <a:fillRect/>
          </a:stretch>
        </p:blipFill>
        <p:spPr>
          <a:xfrm>
            <a:off x="1045410" y="7074710"/>
            <a:ext cx="546100" cy="342900"/>
          </a:xfrm>
          <a:prstGeom prst="rect">
            <a:avLst/>
          </a:prstGeom>
        </p:spPr>
      </p:pic>
      <p:pic>
        <p:nvPicPr>
          <p:cNvPr id="61" name="Picture 60">
            <a:extLst>
              <a:ext uri="{FF2B5EF4-FFF2-40B4-BE49-F238E27FC236}">
                <a16:creationId xmlns:a16="http://schemas.microsoft.com/office/drawing/2014/main" id="{C94DF3D6-54C5-9ED9-F884-EBEA9153AFFB}"/>
              </a:ext>
            </a:extLst>
          </p:cNvPr>
          <p:cNvPicPr>
            <a:picLocks noChangeAspect="1"/>
          </p:cNvPicPr>
          <p:nvPr/>
        </p:nvPicPr>
        <p:blipFill>
          <a:blip r:embed="rId3"/>
          <a:stretch>
            <a:fillRect/>
          </a:stretch>
        </p:blipFill>
        <p:spPr>
          <a:xfrm>
            <a:off x="2895108" y="7009359"/>
            <a:ext cx="914400" cy="330200"/>
          </a:xfrm>
          <a:prstGeom prst="rect">
            <a:avLst/>
          </a:prstGeom>
        </p:spPr>
      </p:pic>
      <p:pic>
        <p:nvPicPr>
          <p:cNvPr id="62" name="Picture 61">
            <a:extLst>
              <a:ext uri="{FF2B5EF4-FFF2-40B4-BE49-F238E27FC236}">
                <a16:creationId xmlns:a16="http://schemas.microsoft.com/office/drawing/2014/main" id="{817EB9C8-B50E-59E0-716E-B54B226911A6}"/>
              </a:ext>
            </a:extLst>
          </p:cNvPr>
          <p:cNvPicPr>
            <a:picLocks noChangeAspect="1"/>
          </p:cNvPicPr>
          <p:nvPr/>
        </p:nvPicPr>
        <p:blipFill>
          <a:blip r:embed="rId4"/>
          <a:stretch>
            <a:fillRect/>
          </a:stretch>
        </p:blipFill>
        <p:spPr>
          <a:xfrm>
            <a:off x="4835165" y="7016596"/>
            <a:ext cx="1033361" cy="378899"/>
          </a:xfrm>
          <a:prstGeom prst="rect">
            <a:avLst/>
          </a:prstGeom>
        </p:spPr>
      </p:pic>
      <p:sp>
        <p:nvSpPr>
          <p:cNvPr id="63" name="TextBox 62">
            <a:extLst>
              <a:ext uri="{FF2B5EF4-FFF2-40B4-BE49-F238E27FC236}">
                <a16:creationId xmlns:a16="http://schemas.microsoft.com/office/drawing/2014/main" id="{DB85CDEB-9A45-3C9D-948D-AB2ED353435B}"/>
              </a:ext>
            </a:extLst>
          </p:cNvPr>
          <p:cNvSpPr txBox="1"/>
          <p:nvPr/>
        </p:nvSpPr>
        <p:spPr>
          <a:xfrm>
            <a:off x="176716" y="8549300"/>
            <a:ext cx="4828053" cy="200055"/>
          </a:xfrm>
          <a:prstGeom prst="rect">
            <a:avLst/>
          </a:prstGeom>
          <a:noFill/>
        </p:spPr>
        <p:txBody>
          <a:bodyPr wrap="square">
            <a:spAutoFit/>
          </a:bodyPr>
          <a:lstStyle/>
          <a:p>
            <a:r>
              <a:rPr lang="en-US" sz="700" i="1" dirty="0">
                <a:solidFill>
                  <a:srgbClr val="FF0000"/>
                </a:solidFill>
                <a:effectLst/>
                <a:latin typeface="Avenir Next" panose="020B0503020202020204" pitchFamily="34" charset="0"/>
              </a:rPr>
              <a:t>Based on an anonymized and redacted real customer example. Format copyright 2024 PikeSquare, LLC.</a:t>
            </a:r>
            <a:endParaRPr lang="en-US" sz="700" dirty="0">
              <a:solidFill>
                <a:srgbClr val="FF0000"/>
              </a:solidFill>
              <a:effectLst/>
              <a:latin typeface="Avenir Next" panose="020B0503020202020204" pitchFamily="34" charset="0"/>
            </a:endParaRPr>
          </a:p>
        </p:txBody>
      </p:sp>
    </p:spTree>
    <p:extLst>
      <p:ext uri="{BB962C8B-B14F-4D97-AF65-F5344CB8AC3E}">
        <p14:creationId xmlns:p14="http://schemas.microsoft.com/office/powerpoint/2010/main" val="1180992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EA6198-DCB5-18EB-1FA1-16DF2AE801C0}"/>
              </a:ext>
            </a:extLst>
          </p:cNvPr>
          <p:cNvSpPr txBox="1"/>
          <p:nvPr/>
        </p:nvSpPr>
        <p:spPr>
          <a:xfrm>
            <a:off x="282063" y="215306"/>
            <a:ext cx="3429000" cy="461665"/>
          </a:xfrm>
          <a:prstGeom prst="rect">
            <a:avLst/>
          </a:prstGeom>
          <a:noFill/>
        </p:spPr>
        <p:txBody>
          <a:bodyPr wrap="square">
            <a:spAutoFit/>
          </a:bodyPr>
          <a:lstStyle/>
          <a:p>
            <a:r>
              <a:rPr lang="en-US" sz="2400" b="1" dirty="0">
                <a:solidFill>
                  <a:srgbClr val="202971"/>
                </a:solidFill>
                <a:latin typeface="Avenir Next Demi Bold" panose="020B0503020202020204" pitchFamily="34" charset="0"/>
              </a:rPr>
              <a:t>The ACME Story</a:t>
            </a:r>
          </a:p>
        </p:txBody>
      </p:sp>
      <p:sp>
        <p:nvSpPr>
          <p:cNvPr id="7" name="TextBox 6">
            <a:extLst>
              <a:ext uri="{FF2B5EF4-FFF2-40B4-BE49-F238E27FC236}">
                <a16:creationId xmlns:a16="http://schemas.microsoft.com/office/drawing/2014/main" id="{D6DF5583-12DF-A04B-9279-446A2AC3D382}"/>
              </a:ext>
            </a:extLst>
          </p:cNvPr>
          <p:cNvSpPr txBox="1"/>
          <p:nvPr/>
        </p:nvSpPr>
        <p:spPr>
          <a:xfrm>
            <a:off x="4638262" y="215874"/>
            <a:ext cx="1937676" cy="482824"/>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pPr algn="r">
              <a:lnSpc>
                <a:spcPts val="1480"/>
              </a:lnSpc>
            </a:pPr>
            <a:r>
              <a:rPr lang="en-US" sz="1400" dirty="0">
                <a:solidFill>
                  <a:srgbClr val="202971"/>
                </a:solidFill>
              </a:rPr>
              <a:t>The “B” Side</a:t>
            </a:r>
          </a:p>
          <a:p>
            <a:pPr algn="r">
              <a:lnSpc>
                <a:spcPts val="1480"/>
              </a:lnSpc>
            </a:pPr>
            <a:r>
              <a:rPr lang="en-US" sz="1400" b="0" dirty="0">
                <a:solidFill>
                  <a:srgbClr val="202971"/>
                </a:solidFill>
                <a:latin typeface="Avenir Next" panose="020B0503020202020204" pitchFamily="34" charset="0"/>
              </a:rPr>
              <a:t>Sales Guidance</a:t>
            </a:r>
          </a:p>
        </p:txBody>
      </p:sp>
      <p:sp>
        <p:nvSpPr>
          <p:cNvPr id="9" name="Rectangle 8">
            <a:extLst>
              <a:ext uri="{FF2B5EF4-FFF2-40B4-BE49-F238E27FC236}">
                <a16:creationId xmlns:a16="http://schemas.microsoft.com/office/drawing/2014/main" id="{995D742D-7CEA-08C2-1AD4-4678AEB72232}"/>
              </a:ext>
            </a:extLst>
          </p:cNvPr>
          <p:cNvSpPr/>
          <p:nvPr/>
        </p:nvSpPr>
        <p:spPr>
          <a:xfrm>
            <a:off x="397413" y="764945"/>
            <a:ext cx="6063174" cy="62170"/>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15" name="TextBox 14">
            <a:extLst>
              <a:ext uri="{FF2B5EF4-FFF2-40B4-BE49-F238E27FC236}">
                <a16:creationId xmlns:a16="http://schemas.microsoft.com/office/drawing/2014/main" id="{4D455D07-94F2-A85C-EF41-EE62CBE3BA3D}"/>
              </a:ext>
            </a:extLst>
          </p:cNvPr>
          <p:cNvSpPr txBox="1"/>
          <p:nvPr/>
        </p:nvSpPr>
        <p:spPr>
          <a:xfrm>
            <a:off x="290556" y="858317"/>
            <a:ext cx="2040414" cy="307777"/>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r>
              <a:rPr lang="en-US" sz="1400" dirty="0">
                <a:solidFill>
                  <a:srgbClr val="594E86"/>
                </a:solidFill>
              </a:rPr>
              <a:t>The ACME Customer</a:t>
            </a:r>
          </a:p>
        </p:txBody>
      </p:sp>
      <p:sp>
        <p:nvSpPr>
          <p:cNvPr id="18" name="TextBox 17">
            <a:extLst>
              <a:ext uri="{FF2B5EF4-FFF2-40B4-BE49-F238E27FC236}">
                <a16:creationId xmlns:a16="http://schemas.microsoft.com/office/drawing/2014/main" id="{CA1DC20D-995A-62C2-693D-BC42DAD4ADDD}"/>
              </a:ext>
            </a:extLst>
          </p:cNvPr>
          <p:cNvSpPr txBox="1"/>
          <p:nvPr/>
        </p:nvSpPr>
        <p:spPr>
          <a:xfrm>
            <a:off x="312095" y="4091101"/>
            <a:ext cx="2377375" cy="307777"/>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r>
              <a:rPr lang="en-US" sz="1400" dirty="0">
                <a:solidFill>
                  <a:srgbClr val="594E86"/>
                </a:solidFill>
              </a:rPr>
              <a:t>Shifting the Mental Model</a:t>
            </a:r>
          </a:p>
        </p:txBody>
      </p:sp>
      <p:sp>
        <p:nvSpPr>
          <p:cNvPr id="19" name="TextBox 18">
            <a:extLst>
              <a:ext uri="{FF2B5EF4-FFF2-40B4-BE49-F238E27FC236}">
                <a16:creationId xmlns:a16="http://schemas.microsoft.com/office/drawing/2014/main" id="{9423789F-7FD6-D56A-2F05-470A101F5EF0}"/>
              </a:ext>
            </a:extLst>
          </p:cNvPr>
          <p:cNvSpPr txBox="1"/>
          <p:nvPr/>
        </p:nvSpPr>
        <p:spPr>
          <a:xfrm>
            <a:off x="298253" y="7072374"/>
            <a:ext cx="2040414" cy="307777"/>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r>
              <a:rPr lang="en-US" sz="1400" dirty="0">
                <a:solidFill>
                  <a:srgbClr val="594E86"/>
                </a:solidFill>
              </a:rPr>
              <a:t>Getting Started</a:t>
            </a:r>
          </a:p>
        </p:txBody>
      </p:sp>
      <p:sp>
        <p:nvSpPr>
          <p:cNvPr id="21" name="Rectangle 20">
            <a:extLst>
              <a:ext uri="{FF2B5EF4-FFF2-40B4-BE49-F238E27FC236}">
                <a16:creationId xmlns:a16="http://schemas.microsoft.com/office/drawing/2014/main" id="{DCAFBB08-64FC-BDE7-BD03-850563B83CA2}"/>
              </a:ext>
            </a:extLst>
          </p:cNvPr>
          <p:cNvSpPr/>
          <p:nvPr/>
        </p:nvSpPr>
        <p:spPr>
          <a:xfrm>
            <a:off x="397413" y="4007569"/>
            <a:ext cx="6063174" cy="62170"/>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22" name="Rectangle 21">
            <a:extLst>
              <a:ext uri="{FF2B5EF4-FFF2-40B4-BE49-F238E27FC236}">
                <a16:creationId xmlns:a16="http://schemas.microsoft.com/office/drawing/2014/main" id="{518CA5C7-ACEC-C36B-49C2-01B51F8396F9}"/>
              </a:ext>
            </a:extLst>
          </p:cNvPr>
          <p:cNvSpPr/>
          <p:nvPr/>
        </p:nvSpPr>
        <p:spPr>
          <a:xfrm>
            <a:off x="397413" y="5547754"/>
            <a:ext cx="6063174" cy="62170"/>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graphicFrame>
        <p:nvGraphicFramePr>
          <p:cNvPr id="3" name="Table 2">
            <a:extLst>
              <a:ext uri="{FF2B5EF4-FFF2-40B4-BE49-F238E27FC236}">
                <a16:creationId xmlns:a16="http://schemas.microsoft.com/office/drawing/2014/main" id="{75E84F58-7292-63B7-E486-DE5BFA1E5DCA}"/>
              </a:ext>
            </a:extLst>
          </p:cNvPr>
          <p:cNvGraphicFramePr>
            <a:graphicFrameLocks noGrp="1"/>
          </p:cNvGraphicFramePr>
          <p:nvPr>
            <p:extLst>
              <p:ext uri="{D42A27DB-BD31-4B8C-83A1-F6EECF244321}">
                <p14:modId xmlns:p14="http://schemas.microsoft.com/office/powerpoint/2010/main" val="3874041091"/>
              </p:ext>
            </p:extLst>
          </p:nvPr>
        </p:nvGraphicFramePr>
        <p:xfrm>
          <a:off x="397412" y="1432097"/>
          <a:ext cx="2861316" cy="1001522"/>
        </p:xfrm>
        <a:graphic>
          <a:graphicData uri="http://schemas.openxmlformats.org/drawingml/2006/table">
            <a:tbl>
              <a:tblPr firstRow="1" bandRow="1">
                <a:tableStyleId>{5C22544A-7EE6-4342-B048-85BDC9FD1C3A}</a:tableStyleId>
              </a:tblPr>
              <a:tblGrid>
                <a:gridCol w="731654">
                  <a:extLst>
                    <a:ext uri="{9D8B030D-6E8A-4147-A177-3AD203B41FA5}">
                      <a16:colId xmlns:a16="http://schemas.microsoft.com/office/drawing/2014/main" val="2176298893"/>
                    </a:ext>
                  </a:extLst>
                </a:gridCol>
                <a:gridCol w="2129662">
                  <a:extLst>
                    <a:ext uri="{9D8B030D-6E8A-4147-A177-3AD203B41FA5}">
                      <a16:colId xmlns:a16="http://schemas.microsoft.com/office/drawing/2014/main" val="3339145826"/>
                    </a:ext>
                  </a:extLst>
                </a:gridCol>
              </a:tblGrid>
              <a:tr h="215074">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900" b="1" dirty="0">
                          <a:solidFill>
                            <a:srgbClr val="4294B0"/>
                          </a:solidFill>
                          <a:effectLst/>
                          <a:latin typeface="Avenir Next" panose="020B0503020202020204" pitchFamily="34" charset="0"/>
                        </a:rPr>
                        <a:t>Industry</a:t>
                      </a:r>
                      <a:endParaRPr lang="en-US" sz="900" b="1" dirty="0">
                        <a:solidFill>
                          <a:srgbClr val="4294B0"/>
                        </a:solidFill>
                        <a:latin typeface="Avenir Next" panose="020B0503020202020204" pitchFamily="34" charset="0"/>
                      </a:endParaRP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dirty="0">
                          <a:solidFill>
                            <a:schemeClr val="tx1"/>
                          </a:solidFill>
                          <a:effectLst/>
                          <a:latin typeface="Avenir Next" panose="020B0503020202020204" pitchFamily="34" charset="0"/>
                        </a:rPr>
                        <a:t>• Retail e-commerce</a:t>
                      </a:r>
                    </a:p>
                    <a:p>
                      <a:pPr marL="0" marR="0" lvl="0" indent="0" algn="l" defTabSz="685800" rtl="0" eaLnBrk="1" fontAlgn="auto" latinLnBrk="0" hangingPunct="1">
                        <a:lnSpc>
                          <a:spcPts val="700"/>
                        </a:lnSpc>
                        <a:spcBef>
                          <a:spcPts val="0"/>
                        </a:spcBef>
                        <a:spcAft>
                          <a:spcPts val="0"/>
                        </a:spcAft>
                        <a:buClrTx/>
                        <a:buSzTx/>
                        <a:buFontTx/>
                        <a:buNone/>
                        <a:tabLst/>
                        <a:defRPr/>
                      </a:pPr>
                      <a:r>
                        <a:rPr lang="en-US" sz="700" b="0" dirty="0">
                          <a:solidFill>
                            <a:schemeClr val="tx1"/>
                          </a:solidFill>
                          <a:effectLst/>
                          <a:latin typeface="Avenir Next" panose="020B0503020202020204" pitchFamily="34" charset="0"/>
                        </a:rPr>
                        <a:t>• Communications and media</a:t>
                      </a:r>
                    </a:p>
                    <a:p>
                      <a:pPr marL="0" marR="0" lvl="0" indent="0" algn="l" defTabSz="685800" rtl="0" eaLnBrk="1" fontAlgn="auto" latinLnBrk="0" hangingPunct="1">
                        <a:lnSpc>
                          <a:spcPts val="700"/>
                        </a:lnSpc>
                        <a:spcBef>
                          <a:spcPts val="0"/>
                        </a:spcBef>
                        <a:spcAft>
                          <a:spcPts val="0"/>
                        </a:spcAft>
                        <a:buClrTx/>
                        <a:buSzTx/>
                        <a:buFontTx/>
                        <a:buNone/>
                        <a:tabLst/>
                        <a:defRPr/>
                      </a:pPr>
                      <a:r>
                        <a:rPr lang="en-US" sz="700" b="0" dirty="0">
                          <a:solidFill>
                            <a:schemeClr val="tx1"/>
                          </a:solidFill>
                          <a:effectLst/>
                          <a:latin typeface="Avenir Next" panose="020B0503020202020204" pitchFamily="34" charset="0"/>
                        </a:rPr>
                        <a:t>• Consumer financial services</a:t>
                      </a:r>
                      <a:endParaRPr lang="en-US" sz="600" b="0" dirty="0">
                        <a:solidFill>
                          <a:schemeClr val="tx1"/>
                        </a:solidFill>
                        <a:latin typeface="Avenir Next" panose="020B0503020202020204" pitchFamily="34" charset="0"/>
                      </a:endParaRP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303469"/>
                  </a:ext>
                </a:extLst>
              </a:tr>
              <a:tr h="0">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900" b="1" dirty="0">
                          <a:solidFill>
                            <a:srgbClr val="4294B0"/>
                          </a:solidFill>
                          <a:effectLst/>
                          <a:latin typeface="Avenir Next" panose="020B0503020202020204" pitchFamily="34" charset="0"/>
                        </a:rPr>
                        <a:t>Scale</a:t>
                      </a:r>
                      <a:endParaRPr lang="en-US" sz="900" b="1" dirty="0">
                        <a:solidFill>
                          <a:srgbClr val="4294B0"/>
                        </a:solidFill>
                        <a:latin typeface="Avenir Next" panose="020B0503020202020204" pitchFamily="34" charset="0"/>
                      </a:endParaRP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Minimum 15 MUVs</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702730"/>
                  </a:ext>
                </a:extLst>
              </a:tr>
              <a:tr h="0">
                <a:tc>
                  <a:txBody>
                    <a:bodyPr/>
                    <a:lstStyle/>
                    <a:p>
                      <a:pPr>
                        <a:lnSpc>
                          <a:spcPts val="900"/>
                        </a:lnSpc>
                      </a:pPr>
                      <a:r>
                        <a:rPr lang="en-US" sz="900" b="1" kern="1200" dirty="0">
                          <a:solidFill>
                            <a:srgbClr val="4294B0"/>
                          </a:solidFill>
                          <a:effectLst/>
                          <a:latin typeface="Avenir Next" panose="020B0503020202020204" pitchFamily="34" charset="0"/>
                          <a:ea typeface="+mn-ea"/>
                          <a:cs typeface="+mn-cs"/>
                        </a:rPr>
                        <a:t>Location</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North America or EMEA</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3268076"/>
                  </a:ext>
                </a:extLst>
              </a:tr>
              <a:tr h="233692">
                <a:tc>
                  <a:txBody>
                    <a:bodyPr/>
                    <a:lstStyle/>
                    <a:p>
                      <a:pPr>
                        <a:lnSpc>
                          <a:spcPts val="900"/>
                        </a:lnSpc>
                      </a:pPr>
                      <a:r>
                        <a:rPr lang="en-US" sz="900" b="1" kern="1200" dirty="0">
                          <a:solidFill>
                            <a:srgbClr val="4294B0"/>
                          </a:solidFill>
                          <a:effectLst/>
                          <a:latin typeface="Avenir Next" panose="020B0503020202020204" pitchFamily="34" charset="0"/>
                          <a:ea typeface="+mn-ea"/>
                          <a:cs typeface="+mn-cs"/>
                        </a:rPr>
                        <a:t>Business Dynamics</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Digital property must have a commercially meaningful CTA (e.g., “buy button”)</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7924155"/>
                  </a:ext>
                </a:extLst>
              </a:tr>
            </a:tbl>
          </a:graphicData>
        </a:graphic>
      </p:graphicFrame>
      <p:sp>
        <p:nvSpPr>
          <p:cNvPr id="6" name="TextBox 5">
            <a:extLst>
              <a:ext uri="{FF2B5EF4-FFF2-40B4-BE49-F238E27FC236}">
                <a16:creationId xmlns:a16="http://schemas.microsoft.com/office/drawing/2014/main" id="{7883DB1C-7431-D37C-80FE-3D9C61D9BF48}"/>
              </a:ext>
            </a:extLst>
          </p:cNvPr>
          <p:cNvSpPr txBox="1"/>
          <p:nvPr/>
        </p:nvSpPr>
        <p:spPr>
          <a:xfrm>
            <a:off x="397412" y="1171384"/>
            <a:ext cx="2861316" cy="246221"/>
          </a:xfrm>
          <a:prstGeom prst="rect">
            <a:avLst/>
          </a:prstGeom>
          <a:noFill/>
        </p:spPr>
        <p:txBody>
          <a:bodyPr wrap="square">
            <a:spAutoFit/>
          </a:bodyPr>
          <a:lstStyle/>
          <a:p>
            <a:r>
              <a:rPr lang="en-US" sz="1000" b="1" dirty="0">
                <a:solidFill>
                  <a:srgbClr val="802517"/>
                </a:solidFill>
                <a:latin typeface="Avenir Next" panose="020B0503020202020204" pitchFamily="34" charset="0"/>
              </a:rPr>
              <a:t>Ideal Customer Profile</a:t>
            </a:r>
          </a:p>
        </p:txBody>
      </p:sp>
      <p:graphicFrame>
        <p:nvGraphicFramePr>
          <p:cNvPr id="13" name="Table 12">
            <a:extLst>
              <a:ext uri="{FF2B5EF4-FFF2-40B4-BE49-F238E27FC236}">
                <a16:creationId xmlns:a16="http://schemas.microsoft.com/office/drawing/2014/main" id="{60647512-5753-AA95-96D8-4A0865F9B563}"/>
              </a:ext>
            </a:extLst>
          </p:cNvPr>
          <p:cNvGraphicFramePr>
            <a:graphicFrameLocks noGrp="1"/>
          </p:cNvGraphicFramePr>
          <p:nvPr>
            <p:extLst>
              <p:ext uri="{D42A27DB-BD31-4B8C-83A1-F6EECF244321}">
                <p14:modId xmlns:p14="http://schemas.microsoft.com/office/powerpoint/2010/main" val="317461972"/>
              </p:ext>
            </p:extLst>
          </p:nvPr>
        </p:nvGraphicFramePr>
        <p:xfrm>
          <a:off x="3372373" y="1434298"/>
          <a:ext cx="2973121" cy="544576"/>
        </p:xfrm>
        <a:graphic>
          <a:graphicData uri="http://schemas.openxmlformats.org/drawingml/2006/table">
            <a:tbl>
              <a:tblPr firstRow="1" bandRow="1">
                <a:tableStyleId>{5C22544A-7EE6-4342-B048-85BDC9FD1C3A}</a:tableStyleId>
              </a:tblPr>
              <a:tblGrid>
                <a:gridCol w="762016">
                  <a:extLst>
                    <a:ext uri="{9D8B030D-6E8A-4147-A177-3AD203B41FA5}">
                      <a16:colId xmlns:a16="http://schemas.microsoft.com/office/drawing/2014/main" val="2176298893"/>
                    </a:ext>
                  </a:extLst>
                </a:gridCol>
                <a:gridCol w="2211105">
                  <a:extLst>
                    <a:ext uri="{9D8B030D-6E8A-4147-A177-3AD203B41FA5}">
                      <a16:colId xmlns:a16="http://schemas.microsoft.com/office/drawing/2014/main" val="3339145826"/>
                    </a:ext>
                  </a:extLst>
                </a:gridCol>
              </a:tblGrid>
              <a:tr h="215074">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900" b="1" dirty="0">
                          <a:solidFill>
                            <a:srgbClr val="4294B0"/>
                          </a:solidFill>
                          <a:effectLst/>
                          <a:latin typeface="Avenir Next" panose="020B0503020202020204" pitchFamily="34" charset="0"/>
                        </a:rPr>
                        <a:t>Location</a:t>
                      </a:r>
                      <a:endParaRPr lang="en-US" sz="900" b="1" dirty="0">
                        <a:solidFill>
                          <a:srgbClr val="4294B0"/>
                        </a:solidFill>
                        <a:latin typeface="Avenir Next" panose="020B0503020202020204" pitchFamily="34" charset="0"/>
                      </a:endParaRP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If outside North America, must agree to support in English and on North America business hours</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303469"/>
                  </a:ext>
                </a:extLst>
              </a:tr>
              <a:tr h="0">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900" b="1" dirty="0">
                          <a:solidFill>
                            <a:srgbClr val="4294B0"/>
                          </a:solidFill>
                          <a:effectLst/>
                          <a:latin typeface="Avenir Next" panose="020B0503020202020204" pitchFamily="34" charset="0"/>
                        </a:rPr>
                        <a:t>Ability to Spend</a:t>
                      </a:r>
                      <a:endParaRPr lang="en-US" sz="900" b="1" dirty="0">
                        <a:solidFill>
                          <a:srgbClr val="4294B0"/>
                        </a:solidFill>
                        <a:latin typeface="Avenir Next" panose="020B0503020202020204" pitchFamily="34" charset="0"/>
                      </a:endParaRP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If less than 15 MUVs, immediately qualify for minimum deal size $50K ARR, 3-year commit</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702730"/>
                  </a:ext>
                </a:extLst>
              </a:tr>
            </a:tbl>
          </a:graphicData>
        </a:graphic>
      </p:graphicFrame>
      <p:sp>
        <p:nvSpPr>
          <p:cNvPr id="14" name="TextBox 13">
            <a:extLst>
              <a:ext uri="{FF2B5EF4-FFF2-40B4-BE49-F238E27FC236}">
                <a16:creationId xmlns:a16="http://schemas.microsoft.com/office/drawing/2014/main" id="{475C74F5-7B3E-9203-E176-4F3C9A4B9C1D}"/>
              </a:ext>
            </a:extLst>
          </p:cNvPr>
          <p:cNvSpPr txBox="1"/>
          <p:nvPr/>
        </p:nvSpPr>
        <p:spPr>
          <a:xfrm>
            <a:off x="3366450" y="1166827"/>
            <a:ext cx="2861316" cy="246221"/>
          </a:xfrm>
          <a:prstGeom prst="rect">
            <a:avLst/>
          </a:prstGeom>
          <a:noFill/>
        </p:spPr>
        <p:txBody>
          <a:bodyPr wrap="square">
            <a:spAutoFit/>
          </a:bodyPr>
          <a:lstStyle/>
          <a:p>
            <a:r>
              <a:rPr lang="en-US" sz="1000" b="1" dirty="0">
                <a:solidFill>
                  <a:srgbClr val="802517"/>
                </a:solidFill>
                <a:latin typeface="Avenir Next" panose="020B0503020202020204" pitchFamily="34" charset="0"/>
              </a:rPr>
              <a:t>Minimum Qualified Customer</a:t>
            </a:r>
          </a:p>
        </p:txBody>
      </p:sp>
      <p:graphicFrame>
        <p:nvGraphicFramePr>
          <p:cNvPr id="34" name="Table 33">
            <a:extLst>
              <a:ext uri="{FF2B5EF4-FFF2-40B4-BE49-F238E27FC236}">
                <a16:creationId xmlns:a16="http://schemas.microsoft.com/office/drawing/2014/main" id="{2DD44740-2640-A0DA-299D-E83F005792E5}"/>
              </a:ext>
            </a:extLst>
          </p:cNvPr>
          <p:cNvGraphicFramePr>
            <a:graphicFrameLocks noGrp="1"/>
          </p:cNvGraphicFramePr>
          <p:nvPr>
            <p:extLst>
              <p:ext uri="{D42A27DB-BD31-4B8C-83A1-F6EECF244321}">
                <p14:modId xmlns:p14="http://schemas.microsoft.com/office/powerpoint/2010/main" val="2195386005"/>
              </p:ext>
            </p:extLst>
          </p:nvPr>
        </p:nvGraphicFramePr>
        <p:xfrm>
          <a:off x="393328" y="2894664"/>
          <a:ext cx="2861317" cy="670306"/>
        </p:xfrm>
        <a:graphic>
          <a:graphicData uri="http://schemas.openxmlformats.org/drawingml/2006/table">
            <a:tbl>
              <a:tblPr firstRow="1" bandRow="1">
                <a:tableStyleId>{5C22544A-7EE6-4342-B048-85BDC9FD1C3A}</a:tableStyleId>
              </a:tblPr>
              <a:tblGrid>
                <a:gridCol w="760915">
                  <a:extLst>
                    <a:ext uri="{9D8B030D-6E8A-4147-A177-3AD203B41FA5}">
                      <a16:colId xmlns:a16="http://schemas.microsoft.com/office/drawing/2014/main" val="2176298893"/>
                    </a:ext>
                  </a:extLst>
                </a:gridCol>
                <a:gridCol w="2100402">
                  <a:extLst>
                    <a:ext uri="{9D8B030D-6E8A-4147-A177-3AD203B41FA5}">
                      <a16:colId xmlns:a16="http://schemas.microsoft.com/office/drawing/2014/main" val="3339145826"/>
                    </a:ext>
                  </a:extLst>
                </a:gridCol>
              </a:tblGrid>
              <a:tr h="215074">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900" b="1" dirty="0">
                          <a:solidFill>
                            <a:srgbClr val="4294B0"/>
                          </a:solidFill>
                          <a:effectLst/>
                          <a:latin typeface="Avenir Next" panose="020B0503020202020204" pitchFamily="34" charset="0"/>
                        </a:rPr>
                        <a:t>Head of e-Commerce</a:t>
                      </a:r>
                      <a:endParaRPr lang="en-US" sz="900" b="1" dirty="0">
                        <a:solidFill>
                          <a:srgbClr val="4294B0"/>
                        </a:solidFill>
                        <a:latin typeface="Avenir Next" panose="020B0503020202020204" pitchFamily="34" charset="0"/>
                      </a:endParaRPr>
                    </a:p>
                  </a:txBody>
                  <a:tcPr marR="54864"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Lorem ipsum dolor sit </a:t>
                      </a:r>
                      <a:r>
                        <a:rPr lang="en-US" sz="700" b="0" kern="1200" dirty="0" err="1">
                          <a:solidFill>
                            <a:schemeClr val="tx1"/>
                          </a:solidFill>
                          <a:effectLst/>
                          <a:latin typeface="Avenir Next" panose="020B0503020202020204" pitchFamily="34" charset="0"/>
                          <a:ea typeface="+mn-ea"/>
                          <a:cs typeface="+mn-cs"/>
                        </a:rPr>
                        <a:t>amet</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consectetur</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adipiscing</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elit</a:t>
                      </a:r>
                      <a:r>
                        <a:rPr lang="en-US" sz="700" b="0" kern="1200" dirty="0">
                          <a:solidFill>
                            <a:schemeClr val="tx1"/>
                          </a:solidFill>
                          <a:effectLst/>
                          <a:latin typeface="Avenir Next" panose="020B0503020202020204" pitchFamily="34" charset="0"/>
                          <a:ea typeface="+mn-ea"/>
                          <a:cs typeface="+mn-cs"/>
                        </a:rPr>
                        <a:t>, sed do </a:t>
                      </a:r>
                      <a:r>
                        <a:rPr lang="en-US" sz="700" b="0" kern="1200" dirty="0" err="1">
                          <a:solidFill>
                            <a:schemeClr val="tx1"/>
                          </a:solidFill>
                          <a:effectLst/>
                          <a:latin typeface="Avenir Next" panose="020B0503020202020204" pitchFamily="34" charset="0"/>
                          <a:ea typeface="+mn-ea"/>
                          <a:cs typeface="+mn-cs"/>
                        </a:rPr>
                        <a:t>eiusmod</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tempor</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incididunt</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ut</a:t>
                      </a:r>
                      <a:r>
                        <a:rPr lang="en-US" sz="700" b="0" kern="1200" dirty="0">
                          <a:solidFill>
                            <a:schemeClr val="tx1"/>
                          </a:solidFill>
                          <a:effectLst/>
                          <a:latin typeface="Avenir Next" panose="020B0503020202020204" pitchFamily="34" charset="0"/>
                          <a:ea typeface="+mn-ea"/>
                          <a:cs typeface="+mn-cs"/>
                        </a:rPr>
                        <a:t> labore et dolore magna </a:t>
                      </a:r>
                      <a:r>
                        <a:rPr lang="en-US" sz="700" b="0" kern="1200" dirty="0" err="1">
                          <a:solidFill>
                            <a:schemeClr val="tx1"/>
                          </a:solidFill>
                          <a:effectLst/>
                          <a:latin typeface="Avenir Next" panose="020B0503020202020204" pitchFamily="34" charset="0"/>
                          <a:ea typeface="+mn-ea"/>
                          <a:cs typeface="+mn-cs"/>
                        </a:rPr>
                        <a:t>aliqua</a:t>
                      </a:r>
                      <a:r>
                        <a:rPr lang="en-US" sz="700" b="0" kern="1200" dirty="0">
                          <a:solidFill>
                            <a:schemeClr val="tx1"/>
                          </a:solidFill>
                          <a:effectLst/>
                          <a:latin typeface="Avenir Next" panose="020B0503020202020204" pitchFamily="34" charset="0"/>
                          <a:ea typeface="+mn-ea"/>
                          <a:cs typeface="+mn-cs"/>
                        </a:rPr>
                        <a:t>.</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303469"/>
                  </a:ext>
                </a:extLst>
              </a:tr>
              <a:tr h="0">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900" b="1" dirty="0">
                          <a:solidFill>
                            <a:srgbClr val="4294B0"/>
                          </a:solidFill>
                          <a:effectLst/>
                          <a:latin typeface="Avenir Next" panose="020B0503020202020204" pitchFamily="34" charset="0"/>
                        </a:rPr>
                        <a:t>Head of Products</a:t>
                      </a:r>
                      <a:endParaRPr lang="en-US" sz="900" b="1" dirty="0">
                        <a:solidFill>
                          <a:srgbClr val="4294B0"/>
                        </a:solidFill>
                        <a:latin typeface="Avenir Next" panose="020B0503020202020204" pitchFamily="34" charset="0"/>
                      </a:endParaRPr>
                    </a:p>
                  </a:txBody>
                  <a:tcPr marR="54864"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Lorem ipsum dolor sit </a:t>
                      </a:r>
                      <a:r>
                        <a:rPr lang="en-US" sz="700" b="0" kern="1200" dirty="0" err="1">
                          <a:solidFill>
                            <a:schemeClr val="tx1"/>
                          </a:solidFill>
                          <a:effectLst/>
                          <a:latin typeface="Avenir Next" panose="020B0503020202020204" pitchFamily="34" charset="0"/>
                          <a:ea typeface="+mn-ea"/>
                          <a:cs typeface="+mn-cs"/>
                        </a:rPr>
                        <a:t>amet</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consectetur</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adipiscing</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elit</a:t>
                      </a:r>
                      <a:r>
                        <a:rPr lang="en-US" sz="700" b="0" kern="1200" dirty="0">
                          <a:solidFill>
                            <a:schemeClr val="tx1"/>
                          </a:solidFill>
                          <a:effectLst/>
                          <a:latin typeface="Avenir Next" panose="020B0503020202020204" pitchFamily="34" charset="0"/>
                          <a:ea typeface="+mn-ea"/>
                          <a:cs typeface="+mn-cs"/>
                        </a:rPr>
                        <a:t>, sed do </a:t>
                      </a:r>
                      <a:r>
                        <a:rPr lang="en-US" sz="700" b="0" kern="1200" dirty="0" err="1">
                          <a:solidFill>
                            <a:schemeClr val="tx1"/>
                          </a:solidFill>
                          <a:effectLst/>
                          <a:latin typeface="Avenir Next" panose="020B0503020202020204" pitchFamily="34" charset="0"/>
                          <a:ea typeface="+mn-ea"/>
                          <a:cs typeface="+mn-cs"/>
                        </a:rPr>
                        <a:t>eiusmod</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tempor</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incididunt</a:t>
                      </a:r>
                      <a:r>
                        <a:rPr lang="en-US" sz="700" b="0" kern="1200" dirty="0">
                          <a:solidFill>
                            <a:schemeClr val="tx1"/>
                          </a:solidFill>
                          <a:effectLst/>
                          <a:latin typeface="Avenir Next" panose="020B0503020202020204" pitchFamily="34" charset="0"/>
                          <a:ea typeface="+mn-ea"/>
                          <a:cs typeface="+mn-cs"/>
                        </a:rPr>
                        <a:t> </a:t>
                      </a:r>
                      <a:r>
                        <a:rPr lang="en-US" sz="700" b="0" kern="1200" dirty="0" err="1">
                          <a:solidFill>
                            <a:schemeClr val="tx1"/>
                          </a:solidFill>
                          <a:effectLst/>
                          <a:latin typeface="Avenir Next" panose="020B0503020202020204" pitchFamily="34" charset="0"/>
                          <a:ea typeface="+mn-ea"/>
                          <a:cs typeface="+mn-cs"/>
                        </a:rPr>
                        <a:t>ut</a:t>
                      </a:r>
                      <a:r>
                        <a:rPr lang="en-US" sz="700" b="0" kern="1200" dirty="0">
                          <a:solidFill>
                            <a:schemeClr val="tx1"/>
                          </a:solidFill>
                          <a:effectLst/>
                          <a:latin typeface="Avenir Next" panose="020B0503020202020204" pitchFamily="34" charset="0"/>
                          <a:ea typeface="+mn-ea"/>
                          <a:cs typeface="+mn-cs"/>
                        </a:rPr>
                        <a:t> labore et dolore magna </a:t>
                      </a:r>
                      <a:r>
                        <a:rPr lang="en-US" sz="700" b="0" kern="1200" dirty="0" err="1">
                          <a:solidFill>
                            <a:schemeClr val="tx1"/>
                          </a:solidFill>
                          <a:effectLst/>
                          <a:latin typeface="Avenir Next" panose="020B0503020202020204" pitchFamily="34" charset="0"/>
                          <a:ea typeface="+mn-ea"/>
                          <a:cs typeface="+mn-cs"/>
                        </a:rPr>
                        <a:t>aliqua</a:t>
                      </a:r>
                      <a:r>
                        <a:rPr lang="en-US" sz="700" b="0" kern="1200" dirty="0">
                          <a:solidFill>
                            <a:schemeClr val="tx1"/>
                          </a:solidFill>
                          <a:effectLst/>
                          <a:latin typeface="Avenir Next" panose="020B0503020202020204" pitchFamily="34" charset="0"/>
                          <a:ea typeface="+mn-ea"/>
                          <a:cs typeface="+mn-cs"/>
                        </a:rPr>
                        <a:t>.</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702730"/>
                  </a:ext>
                </a:extLst>
              </a:tr>
            </a:tbl>
          </a:graphicData>
        </a:graphic>
      </p:graphicFrame>
      <p:sp>
        <p:nvSpPr>
          <p:cNvPr id="35" name="TextBox 34">
            <a:extLst>
              <a:ext uri="{FF2B5EF4-FFF2-40B4-BE49-F238E27FC236}">
                <a16:creationId xmlns:a16="http://schemas.microsoft.com/office/drawing/2014/main" id="{3400099F-2A20-B3AF-4665-ECC087FDA702}"/>
              </a:ext>
            </a:extLst>
          </p:cNvPr>
          <p:cNvSpPr txBox="1"/>
          <p:nvPr/>
        </p:nvSpPr>
        <p:spPr>
          <a:xfrm>
            <a:off x="393328" y="2643383"/>
            <a:ext cx="2861316" cy="246221"/>
          </a:xfrm>
          <a:prstGeom prst="rect">
            <a:avLst/>
          </a:prstGeom>
          <a:noFill/>
        </p:spPr>
        <p:txBody>
          <a:bodyPr wrap="square">
            <a:spAutoFit/>
          </a:bodyPr>
          <a:lstStyle/>
          <a:p>
            <a:r>
              <a:rPr lang="en-US" sz="1000" b="1" dirty="0">
                <a:solidFill>
                  <a:srgbClr val="802517"/>
                </a:solidFill>
                <a:latin typeface="Avenir Next" panose="020B0503020202020204" pitchFamily="34" charset="0"/>
              </a:rPr>
              <a:t>Buyer Personas</a:t>
            </a:r>
          </a:p>
        </p:txBody>
      </p:sp>
      <p:sp>
        <p:nvSpPr>
          <p:cNvPr id="36" name="TextBox 35">
            <a:extLst>
              <a:ext uri="{FF2B5EF4-FFF2-40B4-BE49-F238E27FC236}">
                <a16:creationId xmlns:a16="http://schemas.microsoft.com/office/drawing/2014/main" id="{90DDB2F4-9FE6-65A3-8A46-3191494BFD87}"/>
              </a:ext>
            </a:extLst>
          </p:cNvPr>
          <p:cNvSpPr txBox="1"/>
          <p:nvPr/>
        </p:nvSpPr>
        <p:spPr>
          <a:xfrm>
            <a:off x="3359803" y="2627542"/>
            <a:ext cx="2861316" cy="246221"/>
          </a:xfrm>
          <a:prstGeom prst="rect">
            <a:avLst/>
          </a:prstGeom>
          <a:noFill/>
        </p:spPr>
        <p:txBody>
          <a:bodyPr wrap="square">
            <a:spAutoFit/>
          </a:bodyPr>
          <a:lstStyle/>
          <a:p>
            <a:r>
              <a:rPr lang="en-US" sz="1000" b="1" dirty="0">
                <a:solidFill>
                  <a:srgbClr val="802517"/>
                </a:solidFill>
                <a:latin typeface="Avenir Next" panose="020B0503020202020204" pitchFamily="34" charset="0"/>
              </a:rPr>
              <a:t>Red Flags (Negative Buying Signals)</a:t>
            </a:r>
          </a:p>
        </p:txBody>
      </p:sp>
      <p:sp>
        <p:nvSpPr>
          <p:cNvPr id="38" name="TextBox 37">
            <a:extLst>
              <a:ext uri="{FF2B5EF4-FFF2-40B4-BE49-F238E27FC236}">
                <a16:creationId xmlns:a16="http://schemas.microsoft.com/office/drawing/2014/main" id="{5E4602F1-465E-CB67-D536-CBBD80487ABF}"/>
              </a:ext>
            </a:extLst>
          </p:cNvPr>
          <p:cNvSpPr txBox="1"/>
          <p:nvPr/>
        </p:nvSpPr>
        <p:spPr>
          <a:xfrm>
            <a:off x="3369040" y="2862997"/>
            <a:ext cx="2979789" cy="1131079"/>
          </a:xfrm>
          <a:prstGeom prst="rect">
            <a:avLst/>
          </a:prstGeom>
          <a:noFill/>
        </p:spPr>
        <p:txBody>
          <a:bodyPr wrap="square">
            <a:spAutoFit/>
          </a:bodyPr>
          <a:lstStyle/>
          <a:p>
            <a:pPr marL="119063" indent="-119063">
              <a:lnSpc>
                <a:spcPts val="900"/>
              </a:lnSpc>
            </a:pPr>
            <a:r>
              <a:rPr lang="en-US" sz="900" b="1" dirty="0">
                <a:solidFill>
                  <a:srgbClr val="4294B0"/>
                </a:solidFill>
                <a:effectLst/>
                <a:latin typeface="Avenir Next" panose="020B0503020202020204" pitchFamily="34" charset="0"/>
              </a:rPr>
              <a:t>•	Tech-focused teams. </a:t>
            </a:r>
            <a:r>
              <a:rPr lang="en-US" sz="700" dirty="0">
                <a:latin typeface="Avenir Next" panose="020B0503020202020204" pitchFamily="34" charset="0"/>
              </a:rPr>
              <a:t>These teams are often characterized as IT teams, web development teams, or web optimization </a:t>
            </a:r>
            <a:r>
              <a:rPr lang="en-US" sz="700" dirty="0" err="1">
                <a:latin typeface="Avenir Next" panose="020B0503020202020204" pitchFamily="34" charset="0"/>
              </a:rPr>
              <a:t>tems</a:t>
            </a:r>
            <a:r>
              <a:rPr lang="en-US" sz="700" dirty="0">
                <a:latin typeface="Avenir Next" panose="020B0503020202020204" pitchFamily="34" charset="0"/>
              </a:rPr>
              <a:t>. These teams are usually not good prospects for us. We offer a total solution or white glove growth solution focused on revenue; tech buyers just looking for a tool will never prefer us. </a:t>
            </a:r>
          </a:p>
          <a:p>
            <a:pPr marL="119063" indent="-119063">
              <a:lnSpc>
                <a:spcPts val="900"/>
              </a:lnSpc>
            </a:pPr>
            <a:r>
              <a:rPr lang="en-US" sz="900" b="1" dirty="0">
                <a:solidFill>
                  <a:srgbClr val="4294B0"/>
                </a:solidFill>
                <a:effectLst/>
                <a:latin typeface="Avenir Next" panose="020B0503020202020204" pitchFamily="34" charset="0"/>
              </a:rPr>
              <a:t>•	Marketing teams. </a:t>
            </a:r>
            <a:r>
              <a:rPr lang="en-US" sz="700" dirty="0">
                <a:latin typeface="Avenir Next" panose="020B0503020202020204" pitchFamily="34" charset="0"/>
              </a:rPr>
              <a:t>Most of these teams are focused on something other than a commercial CTA. Our product is only useful/has value to drive towards a commercial CTA. Pay close attention to the marketing team KPIs to determine if qualified.</a:t>
            </a:r>
          </a:p>
        </p:txBody>
      </p:sp>
      <p:sp>
        <p:nvSpPr>
          <p:cNvPr id="39" name="Rectangle 38">
            <a:extLst>
              <a:ext uri="{FF2B5EF4-FFF2-40B4-BE49-F238E27FC236}">
                <a16:creationId xmlns:a16="http://schemas.microsoft.com/office/drawing/2014/main" id="{488856CB-2108-93C7-F9FF-7B03F4E88FA9}"/>
              </a:ext>
            </a:extLst>
          </p:cNvPr>
          <p:cNvSpPr/>
          <p:nvPr/>
        </p:nvSpPr>
        <p:spPr>
          <a:xfrm>
            <a:off x="487411" y="2523223"/>
            <a:ext cx="5852160" cy="27432"/>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40" name="Rectangle 39">
            <a:extLst>
              <a:ext uri="{FF2B5EF4-FFF2-40B4-BE49-F238E27FC236}">
                <a16:creationId xmlns:a16="http://schemas.microsoft.com/office/drawing/2014/main" id="{2545603E-61F1-D336-929A-3164789A4162}"/>
              </a:ext>
            </a:extLst>
          </p:cNvPr>
          <p:cNvSpPr/>
          <p:nvPr/>
        </p:nvSpPr>
        <p:spPr>
          <a:xfrm rot="5400000">
            <a:off x="2753763" y="1780421"/>
            <a:ext cx="1188720" cy="27432"/>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sp>
        <p:nvSpPr>
          <p:cNvPr id="41" name="Rectangle 40">
            <a:extLst>
              <a:ext uri="{FF2B5EF4-FFF2-40B4-BE49-F238E27FC236}">
                <a16:creationId xmlns:a16="http://schemas.microsoft.com/office/drawing/2014/main" id="{C3D77D87-169F-6102-9EB9-ABAD52467F35}"/>
              </a:ext>
            </a:extLst>
          </p:cNvPr>
          <p:cNvSpPr/>
          <p:nvPr/>
        </p:nvSpPr>
        <p:spPr>
          <a:xfrm rot="5400000">
            <a:off x="2758374" y="3279595"/>
            <a:ext cx="1188720" cy="27432"/>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graphicFrame>
        <p:nvGraphicFramePr>
          <p:cNvPr id="42" name="Table 41">
            <a:extLst>
              <a:ext uri="{FF2B5EF4-FFF2-40B4-BE49-F238E27FC236}">
                <a16:creationId xmlns:a16="http://schemas.microsoft.com/office/drawing/2014/main" id="{52A48A33-CF1C-1502-56FB-14D937285AE0}"/>
              </a:ext>
            </a:extLst>
          </p:cNvPr>
          <p:cNvGraphicFramePr>
            <a:graphicFrameLocks noGrp="1"/>
          </p:cNvGraphicFramePr>
          <p:nvPr>
            <p:extLst>
              <p:ext uri="{D42A27DB-BD31-4B8C-83A1-F6EECF244321}">
                <p14:modId xmlns:p14="http://schemas.microsoft.com/office/powerpoint/2010/main" val="3599973586"/>
              </p:ext>
            </p:extLst>
          </p:nvPr>
        </p:nvGraphicFramePr>
        <p:xfrm>
          <a:off x="390889" y="4401787"/>
          <a:ext cx="5948681" cy="1040608"/>
        </p:xfrm>
        <a:graphic>
          <a:graphicData uri="http://schemas.openxmlformats.org/drawingml/2006/table">
            <a:tbl>
              <a:tblPr firstRow="1" bandRow="1">
                <a:tableStyleId>{5C22544A-7EE6-4342-B048-85BDC9FD1C3A}</a:tableStyleId>
              </a:tblPr>
              <a:tblGrid>
                <a:gridCol w="2017264">
                  <a:extLst>
                    <a:ext uri="{9D8B030D-6E8A-4147-A177-3AD203B41FA5}">
                      <a16:colId xmlns:a16="http://schemas.microsoft.com/office/drawing/2014/main" val="2176298893"/>
                    </a:ext>
                  </a:extLst>
                </a:gridCol>
                <a:gridCol w="1949336">
                  <a:extLst>
                    <a:ext uri="{9D8B030D-6E8A-4147-A177-3AD203B41FA5}">
                      <a16:colId xmlns:a16="http://schemas.microsoft.com/office/drawing/2014/main" val="3521885398"/>
                    </a:ext>
                  </a:extLst>
                </a:gridCol>
                <a:gridCol w="1982081">
                  <a:extLst>
                    <a:ext uri="{9D8B030D-6E8A-4147-A177-3AD203B41FA5}">
                      <a16:colId xmlns:a16="http://schemas.microsoft.com/office/drawing/2014/main" val="3339145826"/>
                    </a:ext>
                  </a:extLst>
                </a:gridCol>
              </a:tblGrid>
              <a:tr h="260955">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1000" b="1" kern="1200" dirty="0">
                          <a:solidFill>
                            <a:srgbClr val="802517"/>
                          </a:solidFill>
                          <a:latin typeface="Avenir Next" panose="020B0503020202020204" pitchFamily="34" charset="0"/>
                          <a:ea typeface="+mn-ea"/>
                          <a:cs typeface="+mn-cs"/>
                        </a:rPr>
                        <a:t>Typical Customer Perspective</a:t>
                      </a:r>
                    </a:p>
                  </a:txBody>
                  <a:tcPr marL="73152" marR="7315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1000" b="1" kern="1200" dirty="0">
                          <a:solidFill>
                            <a:srgbClr val="802517"/>
                          </a:solidFill>
                          <a:latin typeface="Avenir Next" panose="020B0503020202020204" pitchFamily="34" charset="0"/>
                          <a:ea typeface="+mn-ea"/>
                          <a:cs typeface="+mn-cs"/>
                        </a:rPr>
                        <a:t>What’s Missing</a:t>
                      </a:r>
                    </a:p>
                  </a:txBody>
                  <a:tcPr marL="73152" marR="7315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1000" b="1" kern="1200" dirty="0">
                          <a:solidFill>
                            <a:srgbClr val="802517"/>
                          </a:solidFill>
                          <a:latin typeface="Avenir Next" panose="020B0503020202020204" pitchFamily="34" charset="0"/>
                          <a:ea typeface="+mn-ea"/>
                          <a:cs typeface="+mn-cs"/>
                        </a:rPr>
                        <a:t>Reframed Perspective</a:t>
                      </a:r>
                    </a:p>
                  </a:txBody>
                  <a:tcPr marL="73152" marR="7315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303469"/>
                  </a:ext>
                </a:extLst>
              </a:tr>
              <a:tr h="0">
                <a:tc>
                  <a:txBody>
                    <a:bodyPr/>
                    <a:lstStyle/>
                    <a:p>
                      <a:pPr>
                        <a:lnSpc>
                          <a:spcPts val="700"/>
                        </a:lnSpc>
                      </a:pPr>
                      <a:r>
                        <a:rPr lang="en-US" sz="700" b="0" kern="1200" dirty="0">
                          <a:solidFill>
                            <a:schemeClr val="tx1"/>
                          </a:solidFill>
                          <a:effectLst/>
                          <a:latin typeface="Avenir Next" panose="020B0503020202020204" pitchFamily="34" charset="0"/>
                          <a:ea typeface="+mn-ea"/>
                          <a:cs typeface="+mn-cs"/>
                        </a:rPr>
                        <a:t>You test to learn whether a proposed design is better than the current design. If the test shows a statistically significant improvement over control, you harvest gains by implementing the change. Most tests do not show this level of improvement, but we don't consider those tests failures. Sometimes you have to lose to learn.</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What your customer experiences isn’t  A or B. It’s hundreds of individual decisions in millions of possible combinations. And what works today may not work tomorrow.</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To optimize your digital experience for growth, you need to serve the best experience to each audience, every time.</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702730"/>
                  </a:ext>
                </a:extLst>
              </a:tr>
            </a:tbl>
          </a:graphicData>
        </a:graphic>
      </p:graphicFrame>
      <p:sp>
        <p:nvSpPr>
          <p:cNvPr id="43" name="TextBox 42">
            <a:extLst>
              <a:ext uri="{FF2B5EF4-FFF2-40B4-BE49-F238E27FC236}">
                <a16:creationId xmlns:a16="http://schemas.microsoft.com/office/drawing/2014/main" id="{97C502AB-0F44-D0F7-C9C0-996C80D4DA4D}"/>
              </a:ext>
            </a:extLst>
          </p:cNvPr>
          <p:cNvSpPr txBox="1"/>
          <p:nvPr/>
        </p:nvSpPr>
        <p:spPr>
          <a:xfrm>
            <a:off x="305114" y="5625938"/>
            <a:ext cx="2377375" cy="307777"/>
          </a:xfrm>
          <a:prstGeom prst="rect">
            <a:avLst/>
          </a:prstGeom>
          <a:noFill/>
        </p:spPr>
        <p:txBody>
          <a:bodyPr wrap="square">
            <a:spAutoFit/>
          </a:bodyPr>
          <a:lstStyle>
            <a:defPPr>
              <a:defRPr lang="en-US"/>
            </a:defPPr>
            <a:lvl1pPr>
              <a:defRPr sz="2400" b="1">
                <a:solidFill>
                  <a:srgbClr val="181B5E"/>
                </a:solidFill>
                <a:latin typeface="Avenir Next Demi Bold" panose="020B0503020202020204" pitchFamily="34" charset="0"/>
              </a:defRPr>
            </a:lvl1pPr>
          </a:lstStyle>
          <a:p>
            <a:r>
              <a:rPr lang="en-US" sz="1400" dirty="0">
                <a:solidFill>
                  <a:srgbClr val="594E86"/>
                </a:solidFill>
              </a:rPr>
              <a:t>Notable Competitors</a:t>
            </a:r>
          </a:p>
        </p:txBody>
      </p:sp>
      <p:pic>
        <p:nvPicPr>
          <p:cNvPr id="47" name="Picture 46">
            <a:extLst>
              <a:ext uri="{FF2B5EF4-FFF2-40B4-BE49-F238E27FC236}">
                <a16:creationId xmlns:a16="http://schemas.microsoft.com/office/drawing/2014/main" id="{303C49CC-2BCC-5BCF-5FA4-C77EB9A10991}"/>
              </a:ext>
            </a:extLst>
          </p:cNvPr>
          <p:cNvPicPr>
            <a:picLocks noChangeAspect="1"/>
          </p:cNvPicPr>
          <p:nvPr/>
        </p:nvPicPr>
        <p:blipFill>
          <a:blip r:embed="rId2"/>
          <a:stretch>
            <a:fillRect/>
          </a:stretch>
        </p:blipFill>
        <p:spPr>
          <a:xfrm>
            <a:off x="1704126" y="5832066"/>
            <a:ext cx="406400" cy="406400"/>
          </a:xfrm>
          <a:prstGeom prst="rect">
            <a:avLst/>
          </a:prstGeom>
        </p:spPr>
      </p:pic>
      <p:sp>
        <p:nvSpPr>
          <p:cNvPr id="48" name="TextBox 47">
            <a:extLst>
              <a:ext uri="{FF2B5EF4-FFF2-40B4-BE49-F238E27FC236}">
                <a16:creationId xmlns:a16="http://schemas.microsoft.com/office/drawing/2014/main" id="{0DDDA680-36F0-D78E-0B0A-FD3D27A40070}"/>
              </a:ext>
            </a:extLst>
          </p:cNvPr>
          <p:cNvSpPr txBox="1"/>
          <p:nvPr/>
        </p:nvSpPr>
        <p:spPr>
          <a:xfrm>
            <a:off x="407380" y="6213716"/>
            <a:ext cx="2854244" cy="709168"/>
          </a:xfrm>
          <a:prstGeom prst="rect">
            <a:avLst/>
          </a:prstGeom>
          <a:noFill/>
        </p:spPr>
        <p:txBody>
          <a:bodyPr wrap="square" rtlCol="0">
            <a:spAutoFit/>
          </a:bodyPr>
          <a:lstStyle>
            <a:defPPr>
              <a:defRPr lang="en-US"/>
            </a:defPPr>
            <a:lvl1pPr>
              <a:lnSpc>
                <a:spcPts val="660"/>
              </a:lnSpc>
              <a:defRPr sz="700">
                <a:effectLst/>
                <a:latin typeface="Avenir Next" panose="020B0503020202020204" pitchFamily="34" charset="0"/>
              </a:defRPr>
            </a:lvl1pPr>
          </a:lstStyle>
          <a:p>
            <a:pPr>
              <a:lnSpc>
                <a:spcPts val="760"/>
              </a:lnSpc>
            </a:pPr>
            <a:r>
              <a:rPr lang="en-US" dirty="0">
                <a:effectLst/>
                <a:latin typeface="Avenir Next" panose="020B0503020202020204" pitchFamily="34" charset="0"/>
              </a:rPr>
              <a:t>Demon Software is a legacy A/B testing tool. You can only test a very few options, you waste a lot of traffic testing poor performers, and then you still have to do work to harvest the gains. ACME gets you to revenue much quicker by finding the best performing experiences, immediately route traffic to capture that revenue immediately, and continue to tune those over time.</a:t>
            </a:r>
          </a:p>
        </p:txBody>
      </p:sp>
      <p:sp>
        <p:nvSpPr>
          <p:cNvPr id="56" name="TextBox 55">
            <a:extLst>
              <a:ext uri="{FF2B5EF4-FFF2-40B4-BE49-F238E27FC236}">
                <a16:creationId xmlns:a16="http://schemas.microsoft.com/office/drawing/2014/main" id="{4074F114-2E83-0353-ABE5-A258FA761FDB}"/>
              </a:ext>
            </a:extLst>
          </p:cNvPr>
          <p:cNvSpPr txBox="1"/>
          <p:nvPr/>
        </p:nvSpPr>
        <p:spPr>
          <a:xfrm>
            <a:off x="3370304" y="5975323"/>
            <a:ext cx="2861316" cy="253916"/>
          </a:xfrm>
          <a:prstGeom prst="rect">
            <a:avLst/>
          </a:prstGeom>
          <a:noFill/>
        </p:spPr>
        <p:txBody>
          <a:bodyPr wrap="square">
            <a:spAutoFit/>
          </a:bodyPr>
          <a:lstStyle/>
          <a:p>
            <a:pPr algn="ctr"/>
            <a:r>
              <a:rPr lang="en-US" sz="1050" b="1" dirty="0">
                <a:solidFill>
                  <a:schemeClr val="bg2">
                    <a:lumMod val="50000"/>
                  </a:schemeClr>
                </a:solidFill>
                <a:latin typeface="Avenir Next" panose="020B0503020202020204" pitchFamily="34" charset="0"/>
              </a:rPr>
              <a:t>Agencies</a:t>
            </a:r>
          </a:p>
        </p:txBody>
      </p:sp>
      <p:sp>
        <p:nvSpPr>
          <p:cNvPr id="63" name="TextBox 62">
            <a:extLst>
              <a:ext uri="{FF2B5EF4-FFF2-40B4-BE49-F238E27FC236}">
                <a16:creationId xmlns:a16="http://schemas.microsoft.com/office/drawing/2014/main" id="{3147EEE7-F095-1D9C-301F-B14A843B3ED8}"/>
              </a:ext>
            </a:extLst>
          </p:cNvPr>
          <p:cNvSpPr txBox="1"/>
          <p:nvPr/>
        </p:nvSpPr>
        <p:spPr>
          <a:xfrm>
            <a:off x="3396946" y="6213716"/>
            <a:ext cx="2854244" cy="503984"/>
          </a:xfrm>
          <a:prstGeom prst="rect">
            <a:avLst/>
          </a:prstGeom>
          <a:noFill/>
        </p:spPr>
        <p:txBody>
          <a:bodyPr wrap="square" rtlCol="0">
            <a:spAutoFit/>
          </a:bodyPr>
          <a:lstStyle>
            <a:defPPr>
              <a:defRPr lang="en-US"/>
            </a:defPPr>
            <a:lvl1pPr>
              <a:lnSpc>
                <a:spcPts val="660"/>
              </a:lnSpc>
              <a:defRPr sz="700">
                <a:effectLst/>
                <a:latin typeface="Avenir Next" panose="020B0503020202020204" pitchFamily="34" charset="0"/>
              </a:defRPr>
            </a:lvl1pPr>
          </a:lstStyle>
          <a:p>
            <a:pPr>
              <a:lnSpc>
                <a:spcPts val="760"/>
              </a:lnSpc>
            </a:pPr>
            <a:r>
              <a:rPr lang="en-US" dirty="0">
                <a:effectLst/>
                <a:latin typeface="Avenir Next" panose="020B0503020202020204" pitchFamily="34" charset="0"/>
              </a:rPr>
              <a:t>When you’re paying an agency, you paying a lot for hand-selected ideas, of which you can only test a very few. ACME allows you to test hundreds of ideas in millions of combinations, so you know you’re getting the highest performing experience.</a:t>
            </a:r>
          </a:p>
        </p:txBody>
      </p:sp>
      <p:sp>
        <p:nvSpPr>
          <p:cNvPr id="64" name="Rectangle 63">
            <a:extLst>
              <a:ext uri="{FF2B5EF4-FFF2-40B4-BE49-F238E27FC236}">
                <a16:creationId xmlns:a16="http://schemas.microsoft.com/office/drawing/2014/main" id="{26DF49D8-110A-600A-7026-62D4055A7B59}"/>
              </a:ext>
            </a:extLst>
          </p:cNvPr>
          <p:cNvSpPr/>
          <p:nvPr/>
        </p:nvSpPr>
        <p:spPr>
          <a:xfrm>
            <a:off x="407380" y="6968638"/>
            <a:ext cx="6063174" cy="62170"/>
          </a:xfrm>
          <a:prstGeom prst="rect">
            <a:avLst/>
          </a:prstGeom>
          <a:solidFill>
            <a:srgbClr val="C9C5D8"/>
          </a:solidFill>
          <a:ln>
            <a:solidFill>
              <a:srgbClr val="C9C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9C5D8"/>
              </a:solidFill>
            </a:endParaRPr>
          </a:p>
        </p:txBody>
      </p:sp>
      <p:graphicFrame>
        <p:nvGraphicFramePr>
          <p:cNvPr id="65" name="Table 64">
            <a:extLst>
              <a:ext uri="{FF2B5EF4-FFF2-40B4-BE49-F238E27FC236}">
                <a16:creationId xmlns:a16="http://schemas.microsoft.com/office/drawing/2014/main" id="{04439BE4-18E8-8770-0989-BC1CBA564CBA}"/>
              </a:ext>
            </a:extLst>
          </p:cNvPr>
          <p:cNvGraphicFramePr>
            <a:graphicFrameLocks noGrp="1"/>
          </p:cNvGraphicFramePr>
          <p:nvPr>
            <p:extLst>
              <p:ext uri="{D42A27DB-BD31-4B8C-83A1-F6EECF244321}">
                <p14:modId xmlns:p14="http://schemas.microsoft.com/office/powerpoint/2010/main" val="2578510630"/>
              </p:ext>
            </p:extLst>
          </p:nvPr>
        </p:nvGraphicFramePr>
        <p:xfrm>
          <a:off x="390889" y="7361877"/>
          <a:ext cx="5948681" cy="1061720"/>
        </p:xfrm>
        <a:graphic>
          <a:graphicData uri="http://schemas.openxmlformats.org/drawingml/2006/table">
            <a:tbl>
              <a:tblPr firstRow="1" bandRow="1">
                <a:tableStyleId>{5C22544A-7EE6-4342-B048-85BDC9FD1C3A}</a:tableStyleId>
              </a:tblPr>
              <a:tblGrid>
                <a:gridCol w="2017264">
                  <a:extLst>
                    <a:ext uri="{9D8B030D-6E8A-4147-A177-3AD203B41FA5}">
                      <a16:colId xmlns:a16="http://schemas.microsoft.com/office/drawing/2014/main" val="2176298893"/>
                    </a:ext>
                  </a:extLst>
                </a:gridCol>
                <a:gridCol w="2038204">
                  <a:extLst>
                    <a:ext uri="{9D8B030D-6E8A-4147-A177-3AD203B41FA5}">
                      <a16:colId xmlns:a16="http://schemas.microsoft.com/office/drawing/2014/main" val="3521885398"/>
                    </a:ext>
                  </a:extLst>
                </a:gridCol>
                <a:gridCol w="1893213">
                  <a:extLst>
                    <a:ext uri="{9D8B030D-6E8A-4147-A177-3AD203B41FA5}">
                      <a16:colId xmlns:a16="http://schemas.microsoft.com/office/drawing/2014/main" val="3339145826"/>
                    </a:ext>
                  </a:extLst>
                </a:gridCol>
              </a:tblGrid>
              <a:tr h="141787">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900" b="1" kern="1200" dirty="0">
                          <a:solidFill>
                            <a:srgbClr val="802517"/>
                          </a:solidFill>
                          <a:latin typeface="Avenir Next" panose="020B0503020202020204" pitchFamily="34" charset="0"/>
                          <a:ea typeface="+mn-ea"/>
                          <a:cs typeface="+mn-cs"/>
                        </a:rPr>
                        <a:t>Top Discovery Questions</a:t>
                      </a:r>
                    </a:p>
                  </a:txBody>
                  <a:tcPr marL="73152" marR="7315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900" b="1" kern="1200" dirty="0">
                          <a:solidFill>
                            <a:srgbClr val="802517"/>
                          </a:solidFill>
                          <a:latin typeface="Avenir Next" panose="020B0503020202020204" pitchFamily="34" charset="0"/>
                          <a:ea typeface="+mn-ea"/>
                          <a:cs typeface="+mn-cs"/>
                        </a:rPr>
                        <a:t>Typical Commitment Objective</a:t>
                      </a:r>
                    </a:p>
                  </a:txBody>
                  <a:tcPr marL="73152" marR="7315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900"/>
                        </a:lnSpc>
                        <a:spcBef>
                          <a:spcPts val="0"/>
                        </a:spcBef>
                        <a:spcAft>
                          <a:spcPts val="0"/>
                        </a:spcAft>
                        <a:buClrTx/>
                        <a:buSzTx/>
                        <a:buFontTx/>
                        <a:buNone/>
                        <a:tabLst/>
                        <a:defRPr/>
                      </a:pPr>
                      <a:r>
                        <a:rPr lang="en-US" sz="900" b="1" kern="1200" dirty="0">
                          <a:solidFill>
                            <a:srgbClr val="802517"/>
                          </a:solidFill>
                          <a:latin typeface="Avenir Next" panose="020B0503020202020204" pitchFamily="34" charset="0"/>
                          <a:ea typeface="+mn-ea"/>
                          <a:cs typeface="+mn-cs"/>
                        </a:rPr>
                        <a:t>Most Common Objection</a:t>
                      </a:r>
                    </a:p>
                  </a:txBody>
                  <a:tcPr marL="73152" marR="73152"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303469"/>
                  </a:ext>
                </a:extLst>
              </a:tr>
              <a:tr h="0">
                <a:tc>
                  <a:txBody>
                    <a:bodyPr/>
                    <a:lstStyle/>
                    <a:p>
                      <a:pPr marL="117475" indent="-117475">
                        <a:lnSpc>
                          <a:spcPts val="700"/>
                        </a:lnSpc>
                        <a:buFont typeface="Arial" panose="020B0604020202020204" pitchFamily="34" charset="0"/>
                        <a:buChar char="•"/>
                        <a:tabLst/>
                      </a:pPr>
                      <a:r>
                        <a:rPr lang="en-US" sz="700" b="0" kern="1200" dirty="0">
                          <a:solidFill>
                            <a:schemeClr val="tx1"/>
                          </a:solidFill>
                          <a:effectLst/>
                          <a:latin typeface="Avenir Next" panose="020B0503020202020204" pitchFamily="34" charset="0"/>
                          <a:ea typeface="+mn-ea"/>
                          <a:cs typeface="+mn-cs"/>
                        </a:rPr>
                        <a:t>What are your current conversion rates? How does that compare with your goals?</a:t>
                      </a:r>
                    </a:p>
                    <a:p>
                      <a:pPr marL="117475" indent="-117475">
                        <a:lnSpc>
                          <a:spcPts val="700"/>
                        </a:lnSpc>
                        <a:buFont typeface="Arial" panose="020B0604020202020204" pitchFamily="34" charset="0"/>
                        <a:buChar char="•"/>
                        <a:tabLst/>
                      </a:pPr>
                      <a:r>
                        <a:rPr lang="en-US" sz="700" b="0" kern="1200" dirty="0">
                          <a:solidFill>
                            <a:schemeClr val="tx1"/>
                          </a:solidFill>
                          <a:effectLst/>
                          <a:latin typeface="Avenir Next" panose="020B0503020202020204" pitchFamily="34" charset="0"/>
                          <a:ea typeface="+mn-ea"/>
                          <a:cs typeface="+mn-cs"/>
                        </a:rPr>
                        <a:t>How important is it to you to increase digital conversion this year?</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Customer commits to a solution walkthrough with representatives from the business (head of revenue, e-commerce, </a:t>
                      </a:r>
                      <a:r>
                        <a:rPr lang="en-US" sz="700" b="0" kern="1200" dirty="0" err="1">
                          <a:solidFill>
                            <a:schemeClr val="tx1"/>
                          </a:solidFill>
                          <a:effectLst/>
                          <a:latin typeface="Avenir Next" panose="020B0503020202020204" pitchFamily="34" charset="0"/>
                          <a:ea typeface="+mn-ea"/>
                          <a:cs typeface="+mn-cs"/>
                        </a:rPr>
                        <a:t>etc</a:t>
                      </a:r>
                      <a:r>
                        <a:rPr lang="en-US" sz="700" b="0" kern="1200" dirty="0">
                          <a:solidFill>
                            <a:schemeClr val="tx1"/>
                          </a:solidFill>
                          <a:effectLst/>
                          <a:latin typeface="Avenir Next" panose="020B0503020202020204" pitchFamily="34" charset="0"/>
                          <a:ea typeface="+mn-ea"/>
                          <a:cs typeface="+mn-cs"/>
                        </a:rPr>
                        <a:t>).</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ts val="700"/>
                        </a:lnSpc>
                        <a:spcBef>
                          <a:spcPts val="0"/>
                        </a:spcBef>
                        <a:spcAft>
                          <a:spcPts val="0"/>
                        </a:spcAft>
                        <a:buClrTx/>
                        <a:buSzTx/>
                        <a:buFontTx/>
                        <a:buNone/>
                        <a:tabLst/>
                        <a:defRPr/>
                      </a:pPr>
                      <a:r>
                        <a:rPr lang="en-US" sz="700" b="0" i="1" kern="1200" dirty="0">
                          <a:solidFill>
                            <a:schemeClr val="tx1"/>
                          </a:solidFill>
                          <a:effectLst/>
                          <a:latin typeface="Avenir Next" panose="020B0503020202020204" pitchFamily="34" charset="0"/>
                          <a:ea typeface="+mn-ea"/>
                          <a:cs typeface="+mn-cs"/>
                        </a:rPr>
                        <a:t>We don’t have budget for this year</a:t>
                      </a:r>
                      <a:r>
                        <a:rPr lang="en-US" sz="700" b="0" kern="1200" dirty="0">
                          <a:solidFill>
                            <a:schemeClr val="tx1"/>
                          </a:solidFill>
                          <a:effectLst/>
                          <a:latin typeface="Avenir Next" panose="020B0503020202020204" pitchFamily="34" charset="0"/>
                          <a:ea typeface="+mn-ea"/>
                          <a:cs typeface="+mn-cs"/>
                        </a:rPr>
                        <a:t>.</a:t>
                      </a:r>
                    </a:p>
                    <a:p>
                      <a:pPr marL="0" marR="0" lvl="0" indent="0" algn="l" defTabSz="685800" rtl="0" eaLnBrk="1" fontAlgn="auto" latinLnBrk="0" hangingPunct="1">
                        <a:lnSpc>
                          <a:spcPts val="700"/>
                        </a:lnSpc>
                        <a:spcBef>
                          <a:spcPts val="0"/>
                        </a:spcBef>
                        <a:spcAft>
                          <a:spcPts val="0"/>
                        </a:spcAft>
                        <a:buClrTx/>
                        <a:buSzTx/>
                        <a:buFontTx/>
                        <a:buNone/>
                        <a:tabLst/>
                        <a:defRPr/>
                      </a:pPr>
                      <a:r>
                        <a:rPr lang="en-US" sz="700" b="0" kern="1200" dirty="0">
                          <a:solidFill>
                            <a:schemeClr val="tx1"/>
                          </a:solidFill>
                          <a:effectLst/>
                          <a:latin typeface="Avenir Next" panose="020B0503020202020204" pitchFamily="34" charset="0"/>
                          <a:ea typeface="+mn-ea"/>
                          <a:cs typeface="+mn-cs"/>
                        </a:rPr>
                        <a:t>I understand budgets are tight; most of our customers didn’t have budget when we started this journey with them either. What they found was that we saved them so much money by increasing their return on ad spend, they didn’t need new investment. Could we make that the focus of our next conversation?</a:t>
                      </a:r>
                    </a:p>
                  </a:txBody>
                  <a:tcPr marT="36576" marB="2743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702730"/>
                  </a:ext>
                </a:extLst>
              </a:tr>
            </a:tbl>
          </a:graphicData>
        </a:graphic>
      </p:graphicFrame>
      <p:sp>
        <p:nvSpPr>
          <p:cNvPr id="67" name="TextBox 66">
            <a:extLst>
              <a:ext uri="{FF2B5EF4-FFF2-40B4-BE49-F238E27FC236}">
                <a16:creationId xmlns:a16="http://schemas.microsoft.com/office/drawing/2014/main" id="{356B3843-A86A-B180-1791-3E47F7C73128}"/>
              </a:ext>
            </a:extLst>
          </p:cNvPr>
          <p:cNvSpPr txBox="1"/>
          <p:nvPr/>
        </p:nvSpPr>
        <p:spPr>
          <a:xfrm>
            <a:off x="176716" y="8549300"/>
            <a:ext cx="4828053" cy="200055"/>
          </a:xfrm>
          <a:prstGeom prst="rect">
            <a:avLst/>
          </a:prstGeom>
          <a:noFill/>
        </p:spPr>
        <p:txBody>
          <a:bodyPr wrap="square">
            <a:spAutoFit/>
          </a:bodyPr>
          <a:lstStyle/>
          <a:p>
            <a:r>
              <a:rPr lang="en-US" sz="700" i="1" dirty="0">
                <a:solidFill>
                  <a:srgbClr val="FF0000"/>
                </a:solidFill>
                <a:effectLst/>
                <a:latin typeface="Avenir Next" panose="020B0503020202020204" pitchFamily="34" charset="0"/>
              </a:rPr>
              <a:t>Based on an anonymized and redacted real customer example. Format copyright 2024 PikeSquare, LLC.</a:t>
            </a:r>
            <a:endParaRPr lang="en-US" sz="700" dirty="0">
              <a:solidFill>
                <a:srgbClr val="FF0000"/>
              </a:solidFill>
              <a:effectLst/>
              <a:latin typeface="Avenir Next" panose="020B0503020202020204" pitchFamily="34" charset="0"/>
            </a:endParaRPr>
          </a:p>
        </p:txBody>
      </p:sp>
    </p:spTree>
    <p:extLst>
      <p:ext uri="{BB962C8B-B14F-4D97-AF65-F5344CB8AC3E}">
        <p14:creationId xmlns:p14="http://schemas.microsoft.com/office/powerpoint/2010/main" val="4119289059"/>
      </p:ext>
    </p:extLst>
  </p:cSld>
  <p:clrMapOvr>
    <a:masterClrMapping/>
  </p:clrMapOvr>
</p:sld>
</file>

<file path=ppt/theme/theme1.xml><?xml version="1.0" encoding="utf-8"?>
<a:theme xmlns:a="http://schemas.openxmlformats.org/drawingml/2006/main" name="Simple Light">
  <a:themeElements>
    <a:clrScheme name="Legion Colors">
      <a:dk1>
        <a:srgbClr val="000000"/>
      </a:dk1>
      <a:lt1>
        <a:srgbClr val="FFFFFF"/>
      </a:lt1>
      <a:dk2>
        <a:srgbClr val="44546A"/>
      </a:dk2>
      <a:lt2>
        <a:srgbClr val="E7E6E6"/>
      </a:lt2>
      <a:accent1>
        <a:srgbClr val="001160"/>
      </a:accent1>
      <a:accent2>
        <a:srgbClr val="939BBC"/>
      </a:accent2>
      <a:accent3>
        <a:srgbClr val="FB7800"/>
      </a:accent3>
      <a:accent4>
        <a:srgbClr val="112CAD"/>
      </a:accent4>
      <a:accent5>
        <a:srgbClr val="0D8BFF"/>
      </a:accent5>
      <a:accent6>
        <a:srgbClr val="323F51"/>
      </a:accent6>
      <a:hlink>
        <a:srgbClr val="616D87"/>
      </a:hlink>
      <a:folHlink>
        <a:srgbClr val="1EB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FINAL Zaxby's Onsite Demonstration 5.7.23 </Template>
  <TotalTime>134</TotalTime>
  <Words>1144</Words>
  <Application>Microsoft Macintosh PowerPoint</Application>
  <PresentationFormat>Custom</PresentationFormat>
  <Paragraphs>95</Paragraphs>
  <Slides>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Arial</vt:lpstr>
      <vt:lpstr>Avenir Next</vt:lpstr>
      <vt:lpstr>Avenir Next Demi Bold</vt:lpstr>
      <vt:lpstr>Calibri</vt:lpstr>
      <vt:lpstr>Libre Franklin</vt:lpstr>
      <vt:lpstr>Libre Franklin ExtraBold</vt:lpstr>
      <vt:lpstr>Montserrat</vt:lpstr>
      <vt:lpstr>Open Sans ExtraBold</vt:lpstr>
      <vt:lpstr>Simple Light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 Bamberger</dc:creator>
  <cp:lastModifiedBy>Susan McGovern</cp:lastModifiedBy>
  <cp:revision>8</cp:revision>
  <dcterms:created xsi:type="dcterms:W3CDTF">2024-03-13T18:12:40Z</dcterms:created>
  <dcterms:modified xsi:type="dcterms:W3CDTF">2024-03-13T20:33:06Z</dcterms:modified>
</cp:coreProperties>
</file>