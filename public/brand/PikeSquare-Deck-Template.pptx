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_FOOTER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usanbamberger/Development/pikesquare-site/public/bran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777740"/>
            <a:ext cx="548640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0" y="48143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38C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· Prepared for [Client]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9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743761" cy="777240"/>
          </a:xfrm>
          <a:prstGeom prst="rect">
            <a:avLst/>
          </a:prstGeom>
          <a:solidFill>
            <a:srgbClr val="FAFAF7"/>
          </a:solidFill>
          <a:ln w="12700">
            <a:solidFill>
              <a:srgbClr val="FAFAF7"/>
            </a:solidFill>
            <a:prstDash val="solid"/>
          </a:ln>
        </p:spPr>
      </p:sp>
      <p:pic>
        <p:nvPicPr>
          <p:cNvPr id="3" name="Image 0" descr="/Users/susanbamberger/Development/pikesquare-site/public/bran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1378001" cy="502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641080" y="457200"/>
            <a:ext cx="274320" cy="274320"/>
          </a:xfrm>
          <a:prstGeom prst="rect">
            <a:avLst/>
          </a:prstGeom>
          <a:solidFill>
            <a:srgbClr val="FF8001"/>
          </a:solidFill>
          <a:ln w="12700">
            <a:solidFill>
              <a:srgbClr val="FF800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PROJECT NAME ]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3154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B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Subtitle — the proposition in one sentence. ]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43662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B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for [ Client Name ]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0" y="43662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AB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Date ] · [ Author 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80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9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we'll cover.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80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1691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9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we are today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20116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4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Context, current state, the problem worth solving.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80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2377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9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recommend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6974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4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point of view and the path forward.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80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88720" y="3063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9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we'll execute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33832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4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Workstreams, milestones, ownership.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749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80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88720" y="3749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9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costs · what we'd need from you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40690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4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Investment, timeline, dependencies.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029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0"/>
            <a:ext cx="457200" cy="457200"/>
          </a:xfrm>
          <a:prstGeom prst="rect">
            <a:avLst/>
          </a:prstGeom>
          <a:solidFill>
            <a:srgbClr val="FF8001"/>
          </a:solidFill>
          <a:ln w="12700">
            <a:solidFill>
              <a:srgbClr val="FF800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B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Section title ]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AB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One sentence about why this section matters. ]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80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Slide title goes here. ]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4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One-sentence subtitle that frames the takeaway. ]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118872" cy="118872"/>
          </a:xfrm>
          <a:prstGeom prst="rect">
            <a:avLst/>
          </a:prstGeom>
          <a:solidFill>
            <a:srgbClr val="FF8001"/>
          </a:solidFill>
          <a:ln w="12700">
            <a:solidFill>
              <a:srgbClr val="FF800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03120"/>
            <a:ext cx="800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0D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First key point — keep it short and direct. 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118872" cy="118872"/>
          </a:xfrm>
          <a:prstGeom prst="rect">
            <a:avLst/>
          </a:prstGeom>
          <a:solidFill>
            <a:srgbClr val="FF8001"/>
          </a:solidFill>
          <a:ln w="12700">
            <a:solidFill>
              <a:srgbClr val="FF800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560320"/>
            <a:ext cx="800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0D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Second — lead with the insight, not the evidence. ]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118872" cy="118872"/>
          </a:xfrm>
          <a:prstGeom prst="rect">
            <a:avLst/>
          </a:prstGeom>
          <a:solidFill>
            <a:srgbClr val="FF8001"/>
          </a:solidFill>
          <a:ln w="12700">
            <a:solidFill>
              <a:srgbClr val="FF800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017520"/>
            <a:ext cx="800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0D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Third — one idea per bullet, not three packed in. ]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118872" cy="118872"/>
          </a:xfrm>
          <a:prstGeom prst="rect">
            <a:avLst/>
          </a:prstGeom>
          <a:solidFill>
            <a:srgbClr val="FF8001"/>
          </a:solidFill>
          <a:ln w="12700">
            <a:solidFill>
              <a:srgbClr val="FF800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474720"/>
            <a:ext cx="800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0D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Fourth — read it aloud; if it doesn't sound like you, cut it. ]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80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9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The before / after, or the with / without. ]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A7AB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94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/ CURRENT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9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What it looks like today. ]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898648"/>
            <a:ext cx="91440" cy="91440"/>
          </a:xfrm>
          <a:prstGeom prst="rect">
            <a:avLst/>
          </a:prstGeom>
          <a:solidFill>
            <a:srgbClr val="938CB1"/>
          </a:solidFill>
          <a:ln w="12700">
            <a:solidFill>
              <a:srgbClr val="938CB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834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0D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Symptom 1 ]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310128"/>
            <a:ext cx="91440" cy="91440"/>
          </a:xfrm>
          <a:prstGeom prst="rect">
            <a:avLst/>
          </a:prstGeom>
          <a:solidFill>
            <a:srgbClr val="938CB1"/>
          </a:solidFill>
          <a:ln w="12700">
            <a:solidFill>
              <a:srgbClr val="938C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246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0D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Symptom 2 ]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721608"/>
            <a:ext cx="91440" cy="91440"/>
          </a:xfrm>
          <a:prstGeom prst="rect">
            <a:avLst/>
          </a:prstGeom>
          <a:solidFill>
            <a:srgbClr val="938CB1"/>
          </a:solidFill>
          <a:ln w="12700">
            <a:solidFill>
              <a:srgbClr val="938CB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657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0D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Symptom 3 ]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554480"/>
            <a:ext cx="4023360" cy="3017520"/>
          </a:xfrm>
          <a:prstGeom prst="rect">
            <a:avLst/>
          </a:prstGeom>
          <a:solidFill>
            <a:srgbClr val="202971"/>
          </a:solidFill>
          <a:ln w="12700">
            <a:solidFill>
              <a:srgbClr val="20297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554480"/>
            <a:ext cx="137160" cy="457200"/>
          </a:xfrm>
          <a:prstGeom prst="rect">
            <a:avLst/>
          </a:prstGeom>
          <a:solidFill>
            <a:srgbClr val="FF8001"/>
          </a:solidFill>
          <a:ln w="12700">
            <a:solidFill>
              <a:srgbClr val="FF800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B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/ RECOMMENDED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2057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What it could look like. ]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846320" y="2898648"/>
            <a:ext cx="91440" cy="91440"/>
          </a:xfrm>
          <a:prstGeom prst="rect">
            <a:avLst/>
          </a:prstGeom>
          <a:solidFill>
            <a:srgbClr val="FF8001"/>
          </a:solidFill>
          <a:ln w="12700">
            <a:solidFill>
              <a:srgbClr val="FF800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2834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Outcome 1 ]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3310128"/>
            <a:ext cx="91440" cy="91440"/>
          </a:xfrm>
          <a:prstGeom prst="rect">
            <a:avLst/>
          </a:prstGeom>
          <a:solidFill>
            <a:srgbClr val="FF8001"/>
          </a:solidFill>
          <a:ln w="12700">
            <a:solidFill>
              <a:srgbClr val="FF800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3246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Outcome 2 ]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3721608"/>
            <a:ext cx="91440" cy="91440"/>
          </a:xfrm>
          <a:prstGeom prst="rect">
            <a:avLst/>
          </a:prstGeom>
          <a:solidFill>
            <a:srgbClr val="FF8001"/>
          </a:solidFill>
          <a:ln w="12700">
            <a:solidFill>
              <a:srgbClr val="FF800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3657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Outcome 3 ]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80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9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Three pillars / principles / pillars. ]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4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One sentence framing — why these three, in this order. ]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4340" y="2011680"/>
            <a:ext cx="26060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A7AB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4340" y="2011680"/>
            <a:ext cx="2606040" cy="109728"/>
          </a:xfrm>
          <a:prstGeom prst="rect">
            <a:avLst/>
          </a:prstGeom>
          <a:solidFill>
            <a:srgbClr val="FF8001"/>
          </a:solidFill>
          <a:ln w="12700">
            <a:solidFill>
              <a:srgbClr val="FF800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2940" y="2331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80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62940" y="2880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9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Pillar 1 ]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2940" y="34290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4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What it is, in one sentence. 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68980" y="2011680"/>
            <a:ext cx="26060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A7AB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68980" y="2011680"/>
            <a:ext cx="2606040" cy="109728"/>
          </a:xfrm>
          <a:prstGeom prst="rect">
            <a:avLst/>
          </a:prstGeom>
          <a:solidFill>
            <a:srgbClr val="FF8001"/>
          </a:solidFill>
          <a:ln w="12700">
            <a:solidFill>
              <a:srgbClr val="FF800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7580" y="2331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80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97580" y="2880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9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Pillar 2 ]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97580" y="34290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4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What it is, in one sentence. ]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03620" y="2011680"/>
            <a:ext cx="26060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A7AB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03620" y="2011680"/>
            <a:ext cx="2606040" cy="109728"/>
          </a:xfrm>
          <a:prstGeom prst="rect">
            <a:avLst/>
          </a:prstGeom>
          <a:solidFill>
            <a:srgbClr val="FF8001"/>
          </a:solidFill>
          <a:ln w="12700">
            <a:solidFill>
              <a:srgbClr val="FF800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2220" y="2331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80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332220" y="2880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9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Pillar 3 ]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32220" y="34290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4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What it is, in one sentence. ]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80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 WHAT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9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The headline number, one phrase. ]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2029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3.2×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502920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80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What this measures 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0" y="24688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0D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The supporting sentence — why this number, what's behind it, what it means for the business. 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94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[ where this came from ]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80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80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1463040" y="1463040"/>
            <a:ext cx="7223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029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The customer's words — short, vivid, in their voice. Don't paraphrase if you don't have to. ]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6304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94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Name, Title, Company ]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80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9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How we'll get there. ]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03020" y="1828800"/>
            <a:ext cx="640080" cy="640080"/>
          </a:xfrm>
          <a:prstGeom prst="ellipse">
            <a:avLst/>
          </a:prstGeom>
          <a:solidFill>
            <a:srgbClr val="202971"/>
          </a:solidFill>
          <a:ln w="12700">
            <a:solidFill>
              <a:srgbClr val="2029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0302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491740" y="2139696"/>
            <a:ext cx="228600" cy="18288"/>
          </a:xfrm>
          <a:prstGeom prst="rect">
            <a:avLst/>
          </a:prstGeom>
          <a:solidFill>
            <a:srgbClr val="A7ABC7"/>
          </a:solidFill>
          <a:ln w="12700">
            <a:solidFill>
              <a:srgbClr val="A7AB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866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9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Discover 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0100" y="31089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4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What we'll learn. 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68980" y="1828800"/>
            <a:ext cx="640080" cy="640080"/>
          </a:xfrm>
          <a:prstGeom prst="ellipse">
            <a:avLst/>
          </a:prstGeom>
          <a:solidFill>
            <a:srgbClr val="202971"/>
          </a:solidFill>
          <a:ln w="12700">
            <a:solidFill>
              <a:srgbClr val="2029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6898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457700" y="2139696"/>
            <a:ext cx="228600" cy="18288"/>
          </a:xfrm>
          <a:prstGeom prst="rect">
            <a:avLst/>
          </a:prstGeom>
          <a:solidFill>
            <a:srgbClr val="A7ABC7"/>
          </a:solidFill>
          <a:ln w="12700">
            <a:solidFill>
              <a:srgbClr val="A7AB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7462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9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Design ]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66060" y="31089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4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What we'll decide. 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34940" y="1828800"/>
            <a:ext cx="640080" cy="640080"/>
          </a:xfrm>
          <a:prstGeom prst="ellipse">
            <a:avLst/>
          </a:prstGeom>
          <a:solidFill>
            <a:srgbClr val="202971"/>
          </a:solidFill>
          <a:ln w="12700">
            <a:solidFill>
              <a:srgbClr val="2029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49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23660" y="2139696"/>
            <a:ext cx="228600" cy="18288"/>
          </a:xfrm>
          <a:prstGeom prst="rect">
            <a:avLst/>
          </a:prstGeom>
          <a:solidFill>
            <a:srgbClr val="A7ABC7"/>
          </a:solidFill>
          <a:ln w="12700">
            <a:solidFill>
              <a:srgbClr val="A7AB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058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9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Build ]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32020" y="31089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4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What we'll ship. 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00900" y="1828800"/>
            <a:ext cx="640080" cy="640080"/>
          </a:xfrm>
          <a:prstGeom prst="ellipse">
            <a:avLst/>
          </a:prstGeom>
          <a:solidFill>
            <a:srgbClr val="202971"/>
          </a:solidFill>
          <a:ln w="12700">
            <a:solidFill>
              <a:srgbClr val="2029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0090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60654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9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Adopt ]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97980" y="31089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4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How it sticks. ]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029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743761" cy="777240"/>
          </a:xfrm>
          <a:prstGeom prst="rect">
            <a:avLst/>
          </a:prstGeom>
          <a:solidFill>
            <a:srgbClr val="FAFAF7"/>
          </a:solidFill>
          <a:ln w="12700">
            <a:solidFill>
              <a:srgbClr val="FAFAF7"/>
            </a:solidFill>
            <a:prstDash val="solid"/>
          </a:ln>
        </p:spPr>
      </p:sp>
      <p:pic>
        <p:nvPicPr>
          <p:cNvPr id="3" name="Image 0" descr="/Users/susanbamberger/Development/pikesquare-site/public/bran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1378001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you.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B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Let's keep going.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402336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Your name ]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7AB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info@pikesquare.co · pikesquare.co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80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 a meeting: https://cal.com/pikesquare/30min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PikeSquare Deck Template</dc:title>
  <dc:subject>PptxGenJS Presentation</dc:subject>
  <dc:creator>PikeSquare</dc:creator>
  <cp:lastModifiedBy>PikeSquare</cp:lastModifiedBy>
  <cp:revision>1</cp:revision>
  <dcterms:created xsi:type="dcterms:W3CDTF">2026-06-04T00:56:12Z</dcterms:created>
  <dcterms:modified xsi:type="dcterms:W3CDTF">2026-06-04T00:56:12Z</dcterms:modified>
</cp:coreProperties>
</file>